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abf4fb4b744fa" /><Relationship Type="http://schemas.openxmlformats.org/officeDocument/2006/relationships/extended-properties" Target="/docProps/app.xml" Id="R64ce91be1fb449a1" /><Relationship Type="http://schemas.openxmlformats.org/officeDocument/2006/relationships/officeDocument" Target="/ppt/presentation.xml" Id="R5f1f2660c40047f9" /></Relationships>
</file>

<file path=ppt/presentation.xml><?xml version="1.0" encoding="utf-8"?>
<p:presentation xmlns:p="http://schemas.openxmlformats.org/presentationml/2006/main">
  <p:sldMasterIdLst>
    <p:sldMasterId xmlns:r="http://schemas.openxmlformats.org/officeDocument/2006/relationships" id="2147483648" r:id="R426fa8ed85434c06"/>
  </p:sldMasterIdLst>
  <p:notesMasterIdLst>
    <p:notesMasterId xmlns:r="http://schemas.openxmlformats.org/officeDocument/2006/relationships" r:id="R7b46a8b44a7341f7"/>
  </p:notesMasterIdLst>
  <p:sldIdLst>
    <p:sldId xmlns:r="http://schemas.openxmlformats.org/officeDocument/2006/relationships" id="256" r:id="R20158f02d94c49d8"/>
    <p:sldId xmlns:r="http://schemas.openxmlformats.org/officeDocument/2006/relationships" id="257" r:id="Rabf6594c23d94722"/>
    <p:sldId xmlns:r="http://schemas.openxmlformats.org/officeDocument/2006/relationships" id="258" r:id="R634dce6a6a544d4b"/>
    <p:sldId xmlns:r="http://schemas.openxmlformats.org/officeDocument/2006/relationships" id="259" r:id="Rc5f72a43119043a9"/>
    <p:sldId xmlns:r="http://schemas.openxmlformats.org/officeDocument/2006/relationships" id="260" r:id="R8601c207aa334162"/>
    <p:sldId xmlns:r="http://schemas.openxmlformats.org/officeDocument/2006/relationships" id="261" r:id="R1e996f5cd3ff48dd"/>
    <p:sldId xmlns:r="http://schemas.openxmlformats.org/officeDocument/2006/relationships" id="262" r:id="Rd5c773ae42734c9a"/>
    <p:sldId xmlns:r="http://schemas.openxmlformats.org/officeDocument/2006/relationships" id="263" r:id="Rd716648912704d56"/>
    <p:sldId xmlns:r="http://schemas.openxmlformats.org/officeDocument/2006/relationships" id="264" r:id="Rbad0da62404a4a31"/>
    <p:sldId xmlns:r="http://schemas.openxmlformats.org/officeDocument/2006/relationships" id="265" r:id="R0022a275c1784d11"/>
    <p:sldId xmlns:r="http://schemas.openxmlformats.org/officeDocument/2006/relationships" id="266" r:id="Rb2bcdbae5ff944fa"/>
    <p:sldId xmlns:r="http://schemas.openxmlformats.org/officeDocument/2006/relationships" id="267" r:id="Re5f89ee9a8e84b90"/>
    <p:sldId xmlns:r="http://schemas.openxmlformats.org/officeDocument/2006/relationships" id="268" r:id="R9fa7f2c5a2b84bad"/>
    <p:sldId xmlns:r="http://schemas.openxmlformats.org/officeDocument/2006/relationships" id="269" r:id="R85feee3c248446b7"/>
    <p:sldId xmlns:r="http://schemas.openxmlformats.org/officeDocument/2006/relationships" id="270" r:id="Rf1d8b532ac0e4609"/>
    <p:sldId xmlns:r="http://schemas.openxmlformats.org/officeDocument/2006/relationships" id="271" r:id="R719a0e09eb3f496b"/>
    <p:sldId xmlns:r="http://schemas.openxmlformats.org/officeDocument/2006/relationships" id="272" r:id="Rffc5799c67534900"/>
    <p:sldId xmlns:r="http://schemas.openxmlformats.org/officeDocument/2006/relationships" id="273" r:id="R0b15b07758c24a81"/>
    <p:sldId xmlns:r="http://schemas.openxmlformats.org/officeDocument/2006/relationships" id="274" r:id="Rec510bb847404f50"/>
    <p:sldId xmlns:r="http://schemas.openxmlformats.org/officeDocument/2006/relationships" id="275" r:id="R9eba809d265645a3"/>
    <p:sldId xmlns:r="http://schemas.openxmlformats.org/officeDocument/2006/relationships" id="276" r:id="R0df5b47941a34a71"/>
    <p:sldId xmlns:r="http://schemas.openxmlformats.org/officeDocument/2006/relationships" id="277" r:id="R1713d9cb6ec24011"/>
    <p:sldId xmlns:r="http://schemas.openxmlformats.org/officeDocument/2006/relationships" id="278" r:id="Rc38d900e1cd34005"/>
    <p:sldId xmlns:r="http://schemas.openxmlformats.org/officeDocument/2006/relationships" id="279" r:id="R7cf2264e443a4b7e"/>
    <p:sldId xmlns:r="http://schemas.openxmlformats.org/officeDocument/2006/relationships" id="280" r:id="Ra18d14f716f54fd1"/>
    <p:sldId xmlns:r="http://schemas.openxmlformats.org/officeDocument/2006/relationships" id="281" r:id="R2f8c6536d69c48a6"/>
    <p:sldId xmlns:r="http://schemas.openxmlformats.org/officeDocument/2006/relationships" id="282" r:id="R35ae99ba123e4b27"/>
    <p:sldId xmlns:r="http://schemas.openxmlformats.org/officeDocument/2006/relationships" id="283" r:id="R394b2db70e2d45ca"/>
    <p:sldId xmlns:r="http://schemas.openxmlformats.org/officeDocument/2006/relationships" id="284" r:id="R2b83fbeb59e54af3"/>
    <p:sldId xmlns:r="http://schemas.openxmlformats.org/officeDocument/2006/relationships" id="285" r:id="R84b80b63631a4460"/>
    <p:sldId xmlns:r="http://schemas.openxmlformats.org/officeDocument/2006/relationships" id="286" r:id="R363d2d97235e4ef6"/>
    <p:sldId xmlns:r="http://schemas.openxmlformats.org/officeDocument/2006/relationships" id="287" r:id="R8d72dc69639b4b70"/>
    <p:sldId xmlns:r="http://schemas.openxmlformats.org/officeDocument/2006/relationships" id="288" r:id="Rf293d94243ae4401"/>
    <p:sldId xmlns:r="http://schemas.openxmlformats.org/officeDocument/2006/relationships" id="289" r:id="R918353e0dd174ff4"/>
    <p:sldId xmlns:r="http://schemas.openxmlformats.org/officeDocument/2006/relationships" id="290" r:id="R6766113ca2ea4b3d"/>
    <p:sldId xmlns:r="http://schemas.openxmlformats.org/officeDocument/2006/relationships" id="291" r:id="Rb72910966b5142a1"/>
    <p:sldId xmlns:r="http://schemas.openxmlformats.org/officeDocument/2006/relationships" id="292" r:id="Red81b466d5874d44"/>
    <p:sldId xmlns:r="http://schemas.openxmlformats.org/officeDocument/2006/relationships" id="293" r:id="Rfb787fbc66da4a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83ebb93ff5463d" /><Relationship Type="http://schemas.openxmlformats.org/officeDocument/2006/relationships/slideMaster" Target="/ppt/slideMasters/slideMaster1.xml" Id="R426fa8ed85434c06" /><Relationship Type="http://schemas.openxmlformats.org/officeDocument/2006/relationships/notesMaster" Target="/ppt/notesMasters/notesMaster1.xml" Id="R7b46a8b44a7341f7" /><Relationship Type="http://schemas.openxmlformats.org/officeDocument/2006/relationships/presProps" Target="/ppt/presProps.xml" Id="Rbbfcb194f1164c82" /><Relationship Type="http://schemas.openxmlformats.org/officeDocument/2006/relationships/tableStyles" Target="/ppt/tableStyles.xml" Id="Rd7004327de7b4ec9" /><Relationship Type="http://schemas.openxmlformats.org/officeDocument/2006/relationships/slide" Target="/ppt/slides/slide1.xml" Id="R20158f02d94c49d8" /><Relationship Type="http://schemas.openxmlformats.org/officeDocument/2006/relationships/slide" Target="/ppt/slides/slide2.xml" Id="Rabf6594c23d94722" /><Relationship Type="http://schemas.openxmlformats.org/officeDocument/2006/relationships/slide" Target="/ppt/slides/slide3.xml" Id="R634dce6a6a544d4b" /><Relationship Type="http://schemas.openxmlformats.org/officeDocument/2006/relationships/slide" Target="/ppt/slides/slide4.xml" Id="Rc5f72a43119043a9" /><Relationship Type="http://schemas.openxmlformats.org/officeDocument/2006/relationships/slide" Target="/ppt/slides/slide5.xml" Id="R8601c207aa334162" /><Relationship Type="http://schemas.openxmlformats.org/officeDocument/2006/relationships/slide" Target="/ppt/slides/slide6.xml" Id="R1e996f5cd3ff48dd" /><Relationship Type="http://schemas.openxmlformats.org/officeDocument/2006/relationships/slide" Target="/ppt/slides/slide7.xml" Id="Rd5c773ae42734c9a" /><Relationship Type="http://schemas.openxmlformats.org/officeDocument/2006/relationships/slide" Target="/ppt/slides/slide8.xml" Id="Rd716648912704d56" /><Relationship Type="http://schemas.openxmlformats.org/officeDocument/2006/relationships/slide" Target="/ppt/slides/slide9.xml" Id="Rbad0da62404a4a31" /><Relationship Type="http://schemas.openxmlformats.org/officeDocument/2006/relationships/slide" Target="/ppt/slides/slide10.xml" Id="R0022a275c1784d11" /><Relationship Type="http://schemas.openxmlformats.org/officeDocument/2006/relationships/slide" Target="/ppt/slides/slide11.xml" Id="Rb2bcdbae5ff944fa" /><Relationship Type="http://schemas.openxmlformats.org/officeDocument/2006/relationships/slide" Target="/ppt/slides/slide12.xml" Id="Re5f89ee9a8e84b90" /><Relationship Type="http://schemas.openxmlformats.org/officeDocument/2006/relationships/slide" Target="/ppt/slides/slide13.xml" Id="R9fa7f2c5a2b84bad" /><Relationship Type="http://schemas.openxmlformats.org/officeDocument/2006/relationships/slide" Target="/ppt/slides/slide14.xml" Id="R85feee3c248446b7" /><Relationship Type="http://schemas.openxmlformats.org/officeDocument/2006/relationships/slide" Target="/ppt/slides/slide15.xml" Id="Rf1d8b532ac0e4609" /><Relationship Type="http://schemas.openxmlformats.org/officeDocument/2006/relationships/slide" Target="/ppt/slides/slide16.xml" Id="R719a0e09eb3f496b" /><Relationship Type="http://schemas.openxmlformats.org/officeDocument/2006/relationships/slide" Target="/ppt/slides/slide17.xml" Id="Rffc5799c67534900" /><Relationship Type="http://schemas.openxmlformats.org/officeDocument/2006/relationships/slide" Target="/ppt/slides/slide18.xml" Id="R0b15b07758c24a81" /><Relationship Type="http://schemas.openxmlformats.org/officeDocument/2006/relationships/slide" Target="/ppt/slides/slide19.xml" Id="Rec510bb847404f50" /><Relationship Type="http://schemas.openxmlformats.org/officeDocument/2006/relationships/slide" Target="/ppt/slides/slide20.xml" Id="R9eba809d265645a3" /><Relationship Type="http://schemas.openxmlformats.org/officeDocument/2006/relationships/slide" Target="/ppt/slides/slide21.xml" Id="R0df5b47941a34a71" /><Relationship Type="http://schemas.openxmlformats.org/officeDocument/2006/relationships/slide" Target="/ppt/slides/slide22.xml" Id="R1713d9cb6ec24011" /><Relationship Type="http://schemas.openxmlformats.org/officeDocument/2006/relationships/slide" Target="/ppt/slides/slide23.xml" Id="Rc38d900e1cd34005" /><Relationship Type="http://schemas.openxmlformats.org/officeDocument/2006/relationships/slide" Target="/ppt/slides/slide24.xml" Id="R7cf2264e443a4b7e" /><Relationship Type="http://schemas.openxmlformats.org/officeDocument/2006/relationships/slide" Target="/ppt/slides/slide25.xml" Id="Ra18d14f716f54fd1" /><Relationship Type="http://schemas.openxmlformats.org/officeDocument/2006/relationships/slide" Target="/ppt/slides/slide26.xml" Id="R2f8c6536d69c48a6" /><Relationship Type="http://schemas.openxmlformats.org/officeDocument/2006/relationships/slide" Target="/ppt/slides/slide27.xml" Id="R35ae99ba123e4b27" /><Relationship Type="http://schemas.openxmlformats.org/officeDocument/2006/relationships/slide" Target="/ppt/slides/slide28.xml" Id="R394b2db70e2d45ca" /><Relationship Type="http://schemas.openxmlformats.org/officeDocument/2006/relationships/slide" Target="/ppt/slides/slide29.xml" Id="R2b83fbeb59e54af3" /><Relationship Type="http://schemas.openxmlformats.org/officeDocument/2006/relationships/slide" Target="/ppt/slides/slide30.xml" Id="R84b80b63631a4460" /><Relationship Type="http://schemas.openxmlformats.org/officeDocument/2006/relationships/slide" Target="/ppt/slides/slide31.xml" Id="R363d2d97235e4ef6" /><Relationship Type="http://schemas.openxmlformats.org/officeDocument/2006/relationships/slide" Target="/ppt/slides/slide32.xml" Id="R8d72dc69639b4b70" /><Relationship Type="http://schemas.openxmlformats.org/officeDocument/2006/relationships/slide" Target="/ppt/slides/slide33.xml" Id="Rf293d94243ae4401" /><Relationship Type="http://schemas.openxmlformats.org/officeDocument/2006/relationships/slide" Target="/ppt/slides/slide34.xml" Id="R918353e0dd174ff4" /><Relationship Type="http://schemas.openxmlformats.org/officeDocument/2006/relationships/slide" Target="/ppt/slides/slide35.xml" Id="R6766113ca2ea4b3d" /><Relationship Type="http://schemas.openxmlformats.org/officeDocument/2006/relationships/slide" Target="/ppt/slides/slide36.xml" Id="Rb72910966b5142a1" /><Relationship Type="http://schemas.openxmlformats.org/officeDocument/2006/relationships/slide" Target="/ppt/slides/slide37.xml" Id="Red81b466d5874d44" /><Relationship Type="http://schemas.openxmlformats.org/officeDocument/2006/relationships/slide" Target="/ppt/slides/slide38.xml" Id="Rfb787fbc66da4a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d97d5f3bfa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831c702e44d5c" /><Relationship Type="http://schemas.openxmlformats.org/officeDocument/2006/relationships/notesMaster" Target="/ppt/notesMasters/notesMaster1.xml" Id="R1469257e120a45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00fca7c2544fa6" /><Relationship Type="http://schemas.openxmlformats.org/officeDocument/2006/relationships/notesMaster" Target="/ppt/notesMasters/notesMaster1.xml" Id="R3cc035bfa10142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cb162b5eef4b5e" /><Relationship Type="http://schemas.openxmlformats.org/officeDocument/2006/relationships/notesMaster" Target="/ppt/notesMasters/notesMaster1.xml" Id="R0d2b7a2e0ae1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aaec49b0ac4854" /><Relationship Type="http://schemas.openxmlformats.org/officeDocument/2006/relationships/notesMaster" Target="/ppt/notesMasters/notesMaster1.xml" Id="Rda1f5faf418d40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abc834d5974a88" /><Relationship Type="http://schemas.openxmlformats.org/officeDocument/2006/relationships/notesMaster" Target="/ppt/notesMasters/notesMaster1.xml" Id="Rca51c93bfa164f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625846a0114c12" /><Relationship Type="http://schemas.openxmlformats.org/officeDocument/2006/relationships/notesMaster" Target="/ppt/notesMasters/notesMaster1.xml" Id="R24eb6d225c3845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d2348e0a434983" /><Relationship Type="http://schemas.openxmlformats.org/officeDocument/2006/relationships/notesMaster" Target="/ppt/notesMasters/notesMaster1.xml" Id="R4817d8cab11541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93059ab19c49e6" /><Relationship Type="http://schemas.openxmlformats.org/officeDocument/2006/relationships/notesMaster" Target="/ppt/notesMasters/notesMaster1.xml" Id="R52a73aab466746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8487b3a0fe409c" /><Relationship Type="http://schemas.openxmlformats.org/officeDocument/2006/relationships/notesMaster" Target="/ppt/notesMasters/notesMaster1.xml" Id="Rcb238598cb274c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0ebbbeede44a15" /><Relationship Type="http://schemas.openxmlformats.org/officeDocument/2006/relationships/notesMaster" Target="/ppt/notesMasters/notesMaster1.xml" Id="Rf58f3c8e9b5f4e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07be751834497c" /><Relationship Type="http://schemas.openxmlformats.org/officeDocument/2006/relationships/notesMaster" Target="/ppt/notesMasters/notesMaster1.xml" Id="Re59bbacb691b47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e7bab43e16488c" /><Relationship Type="http://schemas.openxmlformats.org/officeDocument/2006/relationships/notesMaster" Target="/ppt/notesMasters/notesMaster1.xml" Id="Rccee09d1af2f4e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f832394cf548e3" /><Relationship Type="http://schemas.openxmlformats.org/officeDocument/2006/relationships/notesMaster" Target="/ppt/notesMasters/notesMaster1.xml" Id="R4179ac62db774f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b69ba9e3ae4357" /><Relationship Type="http://schemas.openxmlformats.org/officeDocument/2006/relationships/notesMaster" Target="/ppt/notesMasters/notesMaster1.xml" Id="R5fefce0f4eaa48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48217c83914046" /><Relationship Type="http://schemas.openxmlformats.org/officeDocument/2006/relationships/notesMaster" Target="/ppt/notesMasters/notesMaster1.xml" Id="R33bcc2c1e6f34d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7d383cda2d4a07" /><Relationship Type="http://schemas.openxmlformats.org/officeDocument/2006/relationships/notesMaster" Target="/ppt/notesMasters/notesMaster1.xml" Id="R187c7b8c576c42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82ba337ff6423e" /><Relationship Type="http://schemas.openxmlformats.org/officeDocument/2006/relationships/notesMaster" Target="/ppt/notesMasters/notesMaster1.xml" Id="R614debec536648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95dc47dc7c45a9" /><Relationship Type="http://schemas.openxmlformats.org/officeDocument/2006/relationships/notesMaster" Target="/ppt/notesMasters/notesMaster1.xml" Id="R7e324b868b7344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55a5034b2347ab" /><Relationship Type="http://schemas.openxmlformats.org/officeDocument/2006/relationships/notesMaster" Target="/ppt/notesMasters/notesMaster1.xml" Id="Rafa1e52c40c045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9f02235fac4b49" /><Relationship Type="http://schemas.openxmlformats.org/officeDocument/2006/relationships/notesMaster" Target="/ppt/notesMasters/notesMaster1.xml" Id="R70f0f0c4d3a348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29acfbcd174e79" /><Relationship Type="http://schemas.openxmlformats.org/officeDocument/2006/relationships/notesMaster" Target="/ppt/notesMasters/notesMaster1.xml" Id="Raa410af8e51140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3525fd0dd24cdd" /><Relationship Type="http://schemas.openxmlformats.org/officeDocument/2006/relationships/notesMaster" Target="/ppt/notesMasters/notesMaster1.xml" Id="R44b5404bdbb049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727e78314f446b" /><Relationship Type="http://schemas.openxmlformats.org/officeDocument/2006/relationships/notesMaster" Target="/ppt/notesMasters/notesMaster1.xml" Id="R2acdb774fd1c49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959105fc6f496b" /><Relationship Type="http://schemas.openxmlformats.org/officeDocument/2006/relationships/notesMaster" Target="/ppt/notesMasters/notesMaster1.xml" Id="R9db29509fc8744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afef95b600f4917" /><Relationship Type="http://schemas.openxmlformats.org/officeDocument/2006/relationships/notesMaster" Target="/ppt/notesMasters/notesMaster1.xml" Id="Rb7f54217adb74d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c704516ba4481d" /><Relationship Type="http://schemas.openxmlformats.org/officeDocument/2006/relationships/notesMaster" Target="/ppt/notesMasters/notesMaster1.xml" Id="R1a85f4157bc04b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f8f3c3f0f1c49d9" /><Relationship Type="http://schemas.openxmlformats.org/officeDocument/2006/relationships/notesMaster" Target="/ppt/notesMasters/notesMaster1.xml" Id="Rae28f0e1a32c4b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446949c582743ff" /><Relationship Type="http://schemas.openxmlformats.org/officeDocument/2006/relationships/notesMaster" Target="/ppt/notesMasters/notesMaster1.xml" Id="R4f2ed33d8e924d3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e8d6f2804e4516" /><Relationship Type="http://schemas.openxmlformats.org/officeDocument/2006/relationships/notesMaster" Target="/ppt/notesMasters/notesMaster1.xml" Id="Raf6caf5ae5484f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7384cb03014c14" /><Relationship Type="http://schemas.openxmlformats.org/officeDocument/2006/relationships/notesMaster" Target="/ppt/notesMasters/notesMaster1.xml" Id="R573fc451672a46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eee9ff70dc45cb" /><Relationship Type="http://schemas.openxmlformats.org/officeDocument/2006/relationships/notesMaster" Target="/ppt/notesMasters/notesMaster1.xml" Id="R897b48465c68412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9e8849d1b9b46af" /><Relationship Type="http://schemas.openxmlformats.org/officeDocument/2006/relationships/notesMaster" Target="/ppt/notesMasters/notesMaster1.xml" Id="R1019f07f0f23485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f0d7db6e0fd45b4" /><Relationship Type="http://schemas.openxmlformats.org/officeDocument/2006/relationships/notesMaster" Target="/ppt/notesMasters/notesMaster1.xml" Id="R21e8e4dd5eb847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42f7546bf746e0" /><Relationship Type="http://schemas.openxmlformats.org/officeDocument/2006/relationships/notesMaster" Target="/ppt/notesMasters/notesMaster1.xml" Id="R08960f3a6a414d4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44e1d64dc464c99" /><Relationship Type="http://schemas.openxmlformats.org/officeDocument/2006/relationships/notesMaster" Target="/ppt/notesMasters/notesMaster1.xml" Id="R7e23825c844447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9e6687451284c1f" /><Relationship Type="http://schemas.openxmlformats.org/officeDocument/2006/relationships/notesMaster" Target="/ppt/notesMasters/notesMaster1.xml" Id="Rdfd97a4bb427491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c7d790c46b541a5" /><Relationship Type="http://schemas.openxmlformats.org/officeDocument/2006/relationships/notesMaster" Target="/ppt/notesMasters/notesMaster1.xml" Id="Rb292a5537a304a0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4bfb0a91254d4c" /><Relationship Type="http://schemas.openxmlformats.org/officeDocument/2006/relationships/notesMaster" Target="/ppt/notesMasters/notesMaster1.xml" Id="Rf4efe1977d8b44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comprehensive project resource pack. The PDF carries full engineering explanations, source links and acceptance criteria. Slides are editable; additional detail is in speaker notes. Hardware behavior that has not been validated is marked as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supervised observation and rescue-review prototype</a:t>
            </a:r>
          </a:p>
          <a:p xmlns:a="http://schemas.openxmlformats.org/drawingml/2006/main">
            <a:r>
              <a:t/>
            </a:r>
          </a:p>
          <a:p xmlns:a="http://schemas.openxmlformats.org/drawingml/2006/main">
            <a:r>
              <a:t>Aero Ground Station combines a small ArduCopter aircraft, an ELRS radio link, an independent analog FPV video link and a Windows laptop. The laptop displays telemetry and video, assists search planning, runs person detection and records candidate rescue incidents. The flight controller remains responsible for stabilization and onboard protective behavior.</a:t>
            </a:r>
          </a:p>
          <a:p xmlns:a="http://schemas.openxmlformats.org/drawingml/2006/main">
            <a:r>
              <a:t/>
            </a:r>
          </a:p>
          <a:p xmlns:a="http://schemas.openxmlformats.org/drawingml/2006/main">
            <a:r>
              <a:t>The project is intended to assist a trained pilot and a rescue operator. A detector box means a possible person in an image; it does not confirm a survivor, identity, medical condition or exact ground coordinates. A reviewed search route is a request for bounded movement, not evidence that the airspace or terrain is clear.</a:t>
            </a:r>
          </a:p>
          <a:p xmlns:a="http://schemas.openxmlformats.org/drawingml/2006/main">
            <a:r>
              <a:t/>
            </a:r>
          </a:p>
          <a:p xmlns:a="http://schemas.openxmlformats.org/drawingml/2006/main">
            <a:r>
              <a:t>This pack documents the current application and the hardware discussed during commissioning. It is a technical explanation and implementation record, not a declaration that the aircraft is flight-ready. It includes architecture, interface contracts, UML views, parameter provenance and remaining acceptance work.</a:t>
            </a:r>
          </a:p>
          <a:p xmlns:a="http://schemas.openxmlformats.org/drawingml/2006/main">
            <a:r>
              <a:t/>
            </a:r>
          </a:p>
          <a:p xmlns:a="http://schemas.openxmlformats.org/drawingml/2006/main">
            <a:r>
              <a:t>Onboard: sensing, estimation, motor control and flight failsafes.</a:t>
            </a:r>
          </a:p>
          <a:p xmlns:a="http://schemas.openxmlformats.org/drawingml/2006/main">
            <a:r>
              <a:t/>
            </a:r>
          </a:p>
          <a:p xmlns:a="http://schemas.openxmlformats.org/drawingml/2006/main">
            <a:r>
              <a:t>On the laptop: interface, AI, route feedback, event storage and review.</a:t>
            </a:r>
          </a:p>
          <a:p xmlns:a="http://schemas.openxmlformats.org/drawingml/2006/main">
            <a:r>
              <a:t/>
            </a:r>
          </a:p>
          <a:p xmlns:a="http://schemas.openxmlformats.org/drawingml/2006/main">
            <a:r>
              <a:t>Human authority: takeoff, landing, mode selection, takeover and evidence verification.</a:t>
            </a:r>
          </a:p>
          <a:p xmlns:a="http://schemas.openxmlformats.org/drawingml/2006/main">
            <a:r>
              <a:t/>
            </a:r>
          </a:p>
          <a:p xmlns:a="http://schemas.openxmlformats.org/drawingml/2006/main">
            <a:r>
              <a:t>Documentation date: 26 October 2026. Hardware confirmations are historical observations from this project conversation.</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confirmed behavior, implemented software and unresolved integration</a:t>
            </a:r>
          </a:p>
          <a:p xmlns:a="http://schemas.openxmlformats.org/drawingml/2006/main">
            <a:r>
              <a:t/>
            </a:r>
          </a:p>
          <a:p xmlns:a="http://schemas.openxmlformats.org/drawingml/2006/main">
            <a:r>
              <a:t>Mission Planner screenshots identified ArduCopter 4.7.1 on SpeedyBeeF405AIO and Mission Planner 1.3.83. The user reported a 4S 650 mAh battery, 3-inch props, a GM10 Mini V3 GPS and iFlight analog goggles. The exact ELRS receiver, transmitter-module firmware, camera, VTX and motor KV remain unrecorded.</a:t>
            </a:r>
          </a:p>
          <a:p xmlns:a="http://schemas.openxmlformats.org/drawingml/2006/main">
            <a:r>
              <a:t/>
            </a:r>
          </a:p>
          <a:p xmlns:a="http://schemas.openxmlformats.org/drawingml/2006/main">
            <a:r>
              <a:t>The user confirmed radio channels, mode changes, corrected motor order and rotation, and disarmed radio-failsafe detection/recovery. Those are useful bench observations. They do not prove stable flight, correct GPS navigation, an obstacle-safe RTL path or airborne failsafe recovery.</a:t>
            </a:r>
          </a:p>
          <a:p xmlns:a="http://schemas.openxmlformats.org/drawingml/2006/main">
            <a:r>
              <a:t/>
            </a:r>
          </a:p>
          <a:p xmlns:a="http://schemas.openxmlformats.org/drawingml/2006/main">
            <a:r>
              <a:t>The last recorded software validation on 16 October reported 46 passing tests and actual VisDrone inference on team footage. GPS remained unresolved in the conversation. The analog receiver/capture options were investigated, but purchase and live capture were not confirmed.</a:t>
            </a:r>
          </a:p>
          <a:p xmlns:a="http://schemas.openxmlformats.org/drawingml/2006/main">
            <a:r>
              <a:t/>
            </a:r>
          </a:p>
          <a:p xmlns:a="http://schemas.openxmlformats.org/drawingml/2006/main">
            <a:r>
              <a:t>Evidence level | Examples</a:t>
            </a:r>
          </a:p>
          <a:p xmlns:a="http://schemas.openxmlformats.org/drawingml/2006/main">
            <a:r>
              <a:t>User-confirmed bench | Mode switches, motor order/direction, RC-loss message</a:t>
            </a:r>
          </a:p>
          <a:p xmlns:a="http://schemas.openxmlformats.org/drawingml/2006/main">
            <a:r>
              <a:t>Software verified | Upload, decode, AI adapter, policy tests, local playback</a:t>
            </a:r>
          </a:p>
          <a:p xmlns:a="http://schemas.openxmlformats.org/drawingml/2006/main">
            <a:r>
              <a:t>Unresolved | GPS fix/heading, current sensing, RF command/latency tests</a:t>
            </a:r>
          </a:p>
          <a:p xmlns:a="http://schemas.openxmlformats.org/drawingml/2006/main">
            <a:r>
              <a:t>Proposed only | RC805/EasyCAP purchase, speaker and sensor additions</a:t>
            </a:r>
          </a:p>
          <a:p xmlns:a="http://schemas.openxmlformats.org/drawingml/2006/main">
            <a:r>
              <a:t/>
            </a:r>
          </a:p>
          <a:p xmlns:a="http://schemas.openxmlformats.org/drawingml/2006/main">
            <a:r>
              <a:t>Treat the saved parameter patches as commissioning history. A fresh FC export is needed to prove the present onboard values.</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Known parts, roles and missing identifiers</a:t>
            </a:r>
          </a:p>
          <a:p xmlns:a="http://schemas.openxmlformats.org/drawingml/2006/main">
            <a:r>
              <a:t/>
            </a:r>
          </a:p>
          <a:p xmlns:a="http://schemas.openxmlformats.org/drawingml/2006/main">
            <a:r>
              <a:t>The AIO is both a flight-control board and an integrated ESC assembly; it is not the same thing as the entire aircraft. The frame, motors, propellers, power wiring, receiver, navigation sensor and video system complete the aircraft. Each component needs a recorded model, supply requirement, mounting orientation and connection.</a:t>
            </a:r>
          </a:p>
          <a:p xmlns:a="http://schemas.openxmlformats.org/drawingml/2006/main">
            <a:r>
              <a:t/>
            </a:r>
          </a:p>
          <a:p xmlns:a="http://schemas.openxmlformats.org/drawingml/2006/main">
            <a:r>
              <a:t>Keep a photographed bill of materials with serial numbers where useful. Do not substitute a component solely because its connector fits. Matching protocol, voltage, pinout, frequency and mechanical clearance matters more than a shared product category.</a:t>
            </a:r>
          </a:p>
          <a:p xmlns:a="http://schemas.openxmlformats.org/drawingml/2006/main">
            <a:r>
              <a:t/>
            </a:r>
          </a:p>
          <a:p xmlns:a="http://schemas.openxmlformats.org/drawingml/2006/main">
            <a:r>
              <a:t>Component | Project record / role</a:t>
            </a:r>
          </a:p>
          <a:p xmlns:a="http://schemas.openxmlformats.org/drawingml/2006/main">
            <a:r>
              <a:t>Flight controller / ESC | SpeedyBee F405 AIO V1; ArduCopter + four motor outputs</a:t>
            </a:r>
          </a:p>
          <a:p xmlns:a="http://schemas.openxmlformats.org/drawingml/2006/main">
            <a:r>
              <a:t>Propulsion / battery | 3-inch props; 4S 650 mAh 95C; motor KV unconfirmed</a:t>
            </a:r>
          </a:p>
          <a:p xmlns:a="http://schemas.openxmlformats.org/drawingml/2006/main">
            <a:r>
              <a:t>Navigation | Flywoo GM10 Mini V3; UART5; compass variant to confirm</a:t>
            </a:r>
          </a:p>
          <a:p xmlns:a="http://schemas.openxmlformats.org/drawingml/2006/main">
            <a:r>
              <a:t>RC / telemetry | ELRS aircraft RX + TX module; RadioMaster Pocket reported in notes</a:t>
            </a:r>
          </a:p>
          <a:p xmlns:a="http://schemas.openxmlformats.org/drawingml/2006/main">
            <a:r>
              <a:t>FPV observation | Analog camera/VTX + iFlight goggles; exact models unknown</a:t>
            </a:r>
          </a:p>
          <a:p xmlns:a="http://schemas.openxmlformats.org/drawingml/2006/main">
            <a:r>
              <a:t>Ground computer | Windows laptop; Mission Planner + local Python application</a:t>
            </a:r>
          </a:p>
          <a:p xmlns:a="http://schemas.openxmlformats.org/drawingml/2006/main">
            <a:r>
              <a:t>Video-to-USB hardware | UVC receiver OR analog VRX plus capture; not confirmed purchased</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S03 | Flywoo: GOKU GM10 Mini V3 GPS specifications | https://flywoo.net/products/goku-gm10-mini-v3-gps</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autopilot firmware lives on the flight controller</a:t>
            </a:r>
          </a:p>
          <a:p xmlns:a="http://schemas.openxmlformats.org/drawingml/2006/main">
            <a:r>
              <a:t/>
            </a:r>
          </a:p>
          <a:p xmlns:a="http://schemas.openxmlformats.org/drawingml/2006/main">
            <a:r>
              <a:t>ArduPilot is the autopilot software family. ArduCopter is its multirotor firmware, installed on the AIO. It reads inertial/navigation sensors, estimates attitude and position, interprets flight modes and produces motor commands. Integrated ESCs translate those commands into the switching currents that drive brushless motors.</a:t>
            </a:r>
          </a:p>
          <a:p xmlns:a="http://schemas.openxmlformats.org/drawingml/2006/main">
            <a:r>
              <a:t/>
            </a:r>
          </a:p>
          <a:p xmlns:a="http://schemas.openxmlformats.org/drawingml/2006/main">
            <a:r>
              <a:t>Mission Planner is a ground application used to configure, inspect and command ArduPilot. It is not firmware inside the radio and is not a compulsory forwarding process between our app and the aircraft. Our application can communicate directly with the same autopilot through its own MAVLink adapter.</a:t>
            </a:r>
          </a:p>
          <a:p xmlns:a="http://schemas.openxmlformats.org/drawingml/2006/main">
            <a:r>
              <a:t/>
            </a:r>
          </a:p>
          <a:p xmlns:a="http://schemas.openxmlformats.org/drawingml/2006/main">
            <a:r>
              <a:t>The SpeedyBee board support page is the reference for the ArduPilot target and board-specific mappings. The AIO has no built-in compass; an external device, if present, must be identified separately. Firmware limitations on an F405 target mean an optional ArduPilot feature should be checked before designing around it.</a:t>
            </a:r>
          </a:p>
          <a:p xmlns:a="http://schemas.openxmlformats.org/drawingml/2006/main">
            <a:r>
              <a:t/>
            </a:r>
          </a:p>
          <a:p xmlns:a="http://schemas.openxmlformats.org/drawingml/2006/main">
            <a:r>
              <a:t>AIO hardware provides computing, sensor interfaces and ESC connections.</a:t>
            </a:r>
          </a:p>
          <a:p xmlns:a="http://schemas.openxmlformats.org/drawingml/2006/main">
            <a:r>
              <a:t/>
            </a:r>
          </a:p>
          <a:p xmlns:a="http://schemas.openxmlformats.org/drawingml/2006/main">
            <a:r>
              <a:t>ArduCopter provides flight behavior; ELRS transports control and data.</a:t>
            </a:r>
          </a:p>
          <a:p xmlns:a="http://schemas.openxmlformats.org/drawingml/2006/main">
            <a:r>
              <a:t/>
            </a:r>
          </a:p>
          <a:p xmlns:a="http://schemas.openxmlformats.org/drawingml/2006/main">
            <a:r>
              <a:t>The laptop never substitutes for the onboard attitude controller.</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S17 | SpeedyBee manufacturer board manual | https://spcdn.speedybee.cn/cdn/58507926851031040.pdf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battery power, regulated electronics power and motor signals</a:t>
            </a:r>
          </a:p>
          <a:p xmlns:a="http://schemas.openxmlformats.org/drawingml/2006/main">
            <a:r>
              <a:t/>
            </a:r>
          </a:p>
          <a:p xmlns:a="http://schemas.openxmlformats.org/drawingml/2006/main">
            <a:r>
              <a:t>The 4S pack supplies the aircraft power input. Its nominal voltage is 14.8 V and standard full-charge voltage is 16.8 V. The recorded 650 mAh capacity corresponds to 9.62 Wh nominal energy (14.8 x 0.65), not a prediction of usable flight energy or endurance. The 95C label is not a measured system current limit.</a:t>
            </a:r>
          </a:p>
          <a:p xmlns:a="http://schemas.openxmlformats.org/drawingml/2006/main">
            <a:r>
              <a:t/>
            </a:r>
          </a:p>
          <a:p xmlns:a="http://schemas.openxmlformats.org/drawingml/2006/main">
            <a:r>
              <a:t>The ESC power stage drives the four motors. Regulated rails power flight electronics and suitable peripherals. A UART is a data interface and does not define a peripheral supply voltage. Check the board/manual and the exact receiver or camera before using a power pad.</a:t>
            </a:r>
          </a:p>
          <a:p xmlns:a="http://schemas.openxmlformats.org/drawingml/2006/main">
            <a:r>
              <a:t/>
            </a:r>
          </a:p>
          <a:p xmlns:a="http://schemas.openxmlformats.org/drawingml/2006/main">
            <a:r>
              <a:t>Battery monitoring has three different roles: measuring voltage/current, estimating consumed capacity and triggering protective actions. USB-only bench power does not provide a valid flight-pack voltage. A plausible voltage display still needs comparison with a charger or meter; percentage estimates depend on capacity/current calibration.</a:t>
            </a:r>
          </a:p>
          <a:p xmlns:a="http://schemas.openxmlformats.org/drawingml/2006/main">
            <a:r>
              <a:t/>
            </a:r>
          </a:p>
          <a:p xmlns:a="http://schemas.openxmlformats.org/drawingml/2006/main">
            <a:r>
              <a:t>No endurance claim is justified until mass, hover current and usable capacity are measured.</a:t>
            </a:r>
          </a:p>
          <a:p xmlns:a="http://schemas.openxmlformats.org/drawingml/2006/main">
            <a:r>
              <a:t/>
            </a:r>
          </a:p>
          <a:p xmlns:a="http://schemas.openxmlformats.org/drawingml/2006/main">
            <a:r>
              <a:t>Do not power a 12 V-only RC805 directly from a 4S pack.</a:t>
            </a:r>
          </a:p>
          <a:p xmlns:a="http://schemas.openxmlformats.org/drawingml/2006/main">
            <a:r>
              <a:t/>
            </a:r>
          </a:p>
          <a:p xmlns:a="http://schemas.openxmlformats.org/drawingml/2006/main">
            <a:r>
              <a:t>Disconnect power before changing motor wires; keep props removed for setup.</a:t>
            </a:r>
          </a:p>
          <a:p xmlns:a="http://schemas.openxmlformats.org/drawingml/2006/main">
            <a:r>
              <a:t/>
            </a:r>
          </a:p>
          <a:p xmlns:a="http://schemas.openxmlformats.org/drawingml/2006/main">
            <a:r>
              <a:t>Historical thresholds: low 14.4 V, critical 14.0 V and arming minimum 14.7 V. These were initial project choices, not universally valid battery specifications.</a:t>
            </a:r>
          </a:p>
          <a:p xmlns:a="http://schemas.openxmlformats.org/drawingml/2006/main">
            <a:r>
              <a:t/>
            </a:r>
          </a:p>
          <a:p xmlns:a="http://schemas.openxmlformats.org/drawingml/2006/main">
            <a:r>
              <a:t>S07 | ArduPilot: battery failsafe | https://ardupilot.org/copter/docs/failsafe-battery.html</a:t>
            </a:r>
          </a:p>
          <a:p xmlns:a="http://schemas.openxmlformats.org/drawingml/2006/main">
            <a:r>
              <a:t/>
            </a:r>
          </a:p>
          <a:p xmlns:a="http://schemas.openxmlformats.org/drawingml/2006/main">
            <a:r>
              <a:t>S17 | SpeedyBee manufacturer board manual | https://spcdn.speedybee.cn/cdn/58507926851031040.pdf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UART position data and I2C heading data are separate interfaces</a:t>
            </a:r>
          </a:p>
          <a:p xmlns:a="http://schemas.openxmlformats.org/drawingml/2006/main">
            <a:r>
              <a:t/>
            </a:r>
          </a:p>
          <a:p xmlns:a="http://schemas.openxmlformats.org/drawingml/2006/main">
            <a:r>
              <a:t>The user identified the GPS as GM10 Mini V3 and confirmed connection to UART5. The intended data wiring is GPS TX to AIO R5 and GPS RX to AIO T5, plus correct power and common ground. The project changed SERIAL5_BAUD from 57 to 115 (115200 baud); SERIAL5_PROTOCOL=5, GPS1_TYPE=1 and GPS_AUTO_CONFIG=1 already matched.</a:t>
            </a:r>
          </a:p>
          <a:p xmlns:a="http://schemas.openxmlformats.org/drawingml/2006/main">
            <a:r>
              <a:t/>
            </a:r>
          </a:p>
          <a:p xmlns:a="http://schemas.openxmlformats.org/drawingml/2006/main">
            <a:r>
              <a:t>The module LED colors alone did not establish a valid fix. A useful diagnosis needs fresh GPS_RAW_INT, fix type, satellite count and dilution/accuracy information. A stationary open-sky test, antenna orientation, stable supply, serial communication and RF interference should be investigated systematically rather than changing several parameters at once.</a:t>
            </a:r>
          </a:p>
          <a:p xmlns:a="http://schemas.openxmlformats.org/drawingml/2006/main">
            <a:r>
              <a:t/>
            </a:r>
          </a:p>
          <a:p xmlns:a="http://schemas.openxmlformats.org/drawingml/2006/main">
            <a:r>
              <a:t>A compass, if included in the module variant, uses separate SDA/SCL connections. The historical parameter export detected an external compass, but this does not establish that it is part of this exact GM10 or that its mounting orientation is correct. Verify level headings in known directions. Do not apply a printed rotation label blindly.</a:t>
            </a:r>
          </a:p>
          <a:p xmlns:a="http://schemas.openxmlformats.org/drawingml/2006/main">
            <a:r>
              <a:t/>
            </a:r>
          </a:p>
          <a:p xmlns:a="http://schemas.openxmlformats.org/drawingml/2006/main">
            <a:r>
              <a:t>GPS fix was still unresolved at the end of hardware troubleshooting. Do not represent Loiter, RTL, GUIDED navigation or fence readiness as demonstrated.</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S03 | Flywoo: GOKU GM10 Mini V3 GPS specifications | https://flywoo.net/products/goku-gm10-mini-v3-gps</a:t>
            </a:r>
          </a:p>
          <a:p xmlns:a="http://schemas.openxmlformats.org/drawingml/2006/main">
            <a:r>
              <a:t/>
            </a:r>
          </a:p>
          <a:p xmlns:a="http://schemas.openxmlformats.org/drawingml/2006/main">
            <a:r>
              <a:t>S10 | MAVLink: common message definitions | https://mavlink.io/en/messages/common.html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RC, MAVLink telemetry and video use different paths</a:t>
            </a:r>
          </a:p>
          <a:p xmlns:a="http://schemas.openxmlformats.org/drawingml/2006/main">
            <a:r>
              <a:t/>
            </a:r>
          </a:p>
          <a:p xmlns:a="http://schemas.openxmlformats.org/drawingml/2006/main">
            <a:r>
              <a:t>Read the three paths independently. Manual inputs originate at the pilot handset and arrive at ArduCopter through the ELRS aircraft receiver. MAVLink carries aircraft state in the opposite direction and carries supervised laptop requests toward the FC. Analog video originates in the FPV camera/VTX and needs its own compatible video receiver.</a:t>
            </a:r>
          </a:p>
          <a:p xmlns:a="http://schemas.openxmlformats.org/drawingml/2006/main">
            <a:r>
              <a:t/>
            </a:r>
          </a:p>
          <a:p xmlns:a="http://schemas.openxmlformats.org/drawingml/2006/main">
            <a:r>
              <a:t>The radio and laptop bridge are ground equipment. The aircraft receiver is not the same component as the 5.8 GHz FPV receiver. The RF band and packet configuration of the installed ELRS hardware must be documented; do not assume they match the video link.</a:t>
            </a:r>
          </a:p>
          <a:p xmlns:a="http://schemas.openxmlformats.org/drawingml/2006/main">
            <a:r>
              <a:t/>
            </a:r>
          </a:p>
          <a:p xmlns:a="http://schemas.openxmlformats.org/drawingml/2006/main">
            <a:r>
              <a:t>Telemetry is bidirectional. Video travels separately. The laptop bridge depends on the actual transmitter hardware.</a:t>
            </a:r>
          </a:p>
          <a:p xmlns:a="http://schemas.openxmlformats.org/drawingml/2006/main">
            <a:r>
              <a:t/>
            </a:r>
          </a:p>
          <a:p xmlns:a="http://schemas.openxmlformats.org/drawingml/2006/main">
            <a:r>
              <a:t>S02 | ExpressLRS: native MAVLink setup and laptop bridging | https://www.expresslrs.org/software/mavlink/</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MAVLink is different from ordinary CRSF telemetry</a:t>
            </a:r>
          </a:p>
          <a:p xmlns:a="http://schemas.openxmlformats.org/drawingml/2006/main">
            <a:r>
              <a:t/>
            </a:r>
          </a:p>
          <a:p xmlns:a="http://schemas.openxmlformats.org/drawingml/2006/main">
            <a:r>
              <a:t>ExpressLRS is the RF control/data link between a compatible transmitter module and aircraft receiver. This project uses the native MAVLink path, which supports RC plus bidirectional telemetry with compatible hardware/firmware. Conventional CRSF telemetry on the handset is not automatically a laptop MAVLink connection.</a:t>
            </a:r>
          </a:p>
          <a:p xmlns:a="http://schemas.openxmlformats.org/drawingml/2006/main">
            <a:r>
              <a:t/>
            </a:r>
          </a:p>
          <a:p xmlns:a="http://schemas.openxmlformats.org/drawingml/2006/main">
            <a:r>
              <a:t>For this AIO the project uses UART6 for the receiver, with SERIAL6_PROTOCOL=2 and SERIAL6_BAUD=460. Receiver TX connects to R6 and receiver RX to T6. The chosen stream rates and radio settings must fit the actual RF throughput. RSSI_TYPE=5 is the native-MAVLink configuration used here.</a:t>
            </a:r>
          </a:p>
          <a:p xmlns:a="http://schemas.openxmlformats.org/drawingml/2006/main">
            <a:r>
              <a:t/>
            </a:r>
          </a:p>
          <a:p xmlns:a="http://schemas.openxmlformats.org/drawingml/2006/main">
            <a:r>
              <a:t>On the ground, a compatible TX Backpack can forward MAVLink over Wi-Fi, commonly to a UDP GCS endpoint. A supported external TX module may expose serial MAVLink over its own USB. The handset USB joystick socket is a different interface. The actual bridge used by this build remains to be recorded, so both supported alternatives are shown rather than claiming a specific one was verified.</a:t>
            </a:r>
          </a:p>
          <a:p xmlns:a="http://schemas.openxmlformats.org/drawingml/2006/main">
            <a:r>
              <a:t/>
            </a:r>
          </a:p>
          <a:p xmlns:a="http://schemas.openxmlformats.org/drawingml/2006/main">
            <a:r>
              <a:t>Recorded application endpoint: udpin:0.0.0.0:14550. This is a configured receive address, not proof of a working wireless link.</a:t>
            </a:r>
          </a:p>
          <a:p xmlns:a="http://schemas.openxmlformats.org/drawingml/2006/main">
            <a:r>
              <a:t/>
            </a:r>
          </a:p>
          <a:p xmlns:a="http://schemas.openxmlformats.org/drawingml/2006/main">
            <a:r>
              <a:t>S02 | ExpressLRS: native MAVLink setup and laptop bridging | https://www.expresslrs.org/software/mavlink/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electrical connections separately from logical software links</a:t>
            </a:r>
          </a:p>
          <a:p xmlns:a="http://schemas.openxmlformats.org/drawingml/2006/main">
            <a:r>
              <a:t/>
            </a:r>
          </a:p>
          <a:p xmlns:a="http://schemas.openxmlformats.org/drawingml/2006/main">
            <a:r>
              <a:t>Use pad labels from the exact AIO revision. TX/RX are crossed between devices because a transmitter output must feed the other device receiver input. Ground reference is required. Connector color order is not a substitute for labelled continuity checks.</a:t>
            </a:r>
          </a:p>
          <a:p xmlns:a="http://schemas.openxmlformats.org/drawingml/2006/main">
            <a:r>
              <a:t/>
            </a:r>
          </a:p>
          <a:p xmlns:a="http://schemas.openxmlformats.org/drawingml/2006/main">
            <a:r>
              <a:t>The diagram deliberately does not claim a connector pin order. Consult the board and peripheral manuals before soldering. Keep antennas and sensitive GNSS/compass wiring clear of avoidable motor-current and RF interference sources, then verify behavior after final assembly.</a:t>
            </a:r>
          </a:p>
          <a:p xmlns:a="http://schemas.openxmlformats.org/drawingml/2006/main">
            <a:r>
              <a:t/>
            </a:r>
          </a:p>
          <a:p xmlns:a="http://schemas.openxmlformats.org/drawingml/2006/main">
            <a:r>
              <a:t>Connection | Interface / intended direction</a:t>
            </a:r>
          </a:p>
          <a:p xmlns:a="http://schemas.openxmlformats.org/drawingml/2006/main">
            <a:r>
              <a:t>GPS TX / RX | TX -&gt; R5; RX &lt;- T5; UART5 GPS</a:t>
            </a:r>
          </a:p>
          <a:p xmlns:a="http://schemas.openxmlformats.org/drawingml/2006/main">
            <a:r>
              <a:t>ELRS receiver TX / RX | TX -&gt; R6; RX &lt;- T6; UART6 native MAVLink</a:t>
            </a:r>
          </a:p>
          <a:p xmlns:a="http://schemas.openxmlformats.org/drawingml/2006/main">
            <a:r>
              <a:t>External compass if fitted | SDA &lt;-&gt; SDA; SCL &lt;-&gt; SCL; I2C + correct supply</a:t>
            </a:r>
          </a:p>
          <a:p xmlns:a="http://schemas.openxmlformats.org/drawingml/2006/main">
            <a:r>
              <a:t>Laptop service connection | USB -&gt; FC SERIAL0 MAVLink2; COM number is machine-specific</a:t>
            </a:r>
          </a:p>
          <a:p xmlns:a="http://schemas.openxmlformats.org/drawingml/2006/main">
            <a:r>
              <a:t>FC to integrated ESCs | DShot600; outputs 1-4 with project remapping</a:t>
            </a:r>
          </a:p>
          <a:p xmlns:a="http://schemas.openxmlformats.org/drawingml/2006/main">
            <a:r>
              <a:t>Camera / OSD / VTX | Analog video through appropriate board pads; supply separately verified</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S02 | ExpressLRS: native MAVLink setup and laptop bridging | https://www.expresslrs.org/software/mavlink/</a:t>
            </a:r>
          </a:p>
          <a:p xmlns:a="http://schemas.openxmlformats.org/drawingml/2006/main">
            <a:r>
              <a:t/>
            </a:r>
          </a:p>
          <a:p xmlns:a="http://schemas.openxmlformats.org/drawingml/2006/main">
            <a:r>
              <a:t>S17 | SpeedyBee manufacturer board manual | https://spcdn.speedybee.cn/cdn/58507926851031040.pdf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interfaces around the AIO</a:t>
            </a:r>
          </a:p>
          <a:p xmlns:a="http://schemas.openxmlformats.org/drawingml/2006/main">
            <a:r>
              <a:t/>
            </a:r>
          </a:p>
          <a:p xmlns:a="http://schemas.openxmlformats.org/drawingml/2006/main">
            <a:r>
              <a:t>The flight controller receives navigation and RC information while independently commanding propulsion. A power rail can be shared only within its verified rating; the data connectors do not imply that all peripherals tolerate the same voltage.</a:t>
            </a:r>
          </a:p>
          <a:p xmlns:a="http://schemas.openxmlformats.org/drawingml/2006/main">
            <a:r>
              <a:t/>
            </a:r>
          </a:p>
          <a:p xmlns:a="http://schemas.openxmlformats.org/drawingml/2006/main">
            <a:r>
              <a:t>The firmware serial number is logical. In this board configuration UART5 is GPS and UART6 is the full bidirectional receiver link. Other boards or firmware targets can use different mappings.</a:t>
            </a:r>
          </a:p>
          <a:p xmlns:a="http://schemas.openxmlformats.org/drawingml/2006/main">
            <a:r>
              <a:t/>
            </a:r>
          </a:p>
          <a:p xmlns:a="http://schemas.openxmlformats.org/drawingml/2006/main">
            <a:r>
              <a:t>Arrows summarize signal interfaces, not pin order or connector orientation. Check labels and voltage before soldering.</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S17 | SpeedyBee manufacturer board manual | https://spcdn.speedybee.cn/cdn/58507926851031040.pdf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Where hardware and software execute</a:t>
            </a:r>
          </a:p>
          <a:p xmlns:a="http://schemas.openxmlformats.org/drawingml/2006/main">
            <a:r>
              <a:t/>
            </a:r>
          </a:p>
          <a:p xmlns:a="http://schemas.openxmlformats.org/drawingml/2006/main">
            <a:r>
              <a:t>Deployment assigns processes to physical devices. ArduCopter executes on the AIO; Mission Planner, FastAPI, OpenCV and PyTorch execute on the laptop. ELRS firmware executes on the transmitter module/receiver, and optional Backpack firmware executes on the compatible bridge hardware.</a:t>
            </a:r>
          </a:p>
          <a:p xmlns:a="http://schemas.openxmlformats.org/drawingml/2006/main">
            <a:r>
              <a:t/>
            </a:r>
          </a:p>
          <a:p xmlns:a="http://schemas.openxmlformats.org/drawingml/2006/main">
            <a:r>
              <a:t>In ordinary commissioning only one GCS should own a serial or UDP receive endpoint. To run Mission Planner and the custom application simultaneously, use an explicitly configured MAVLink router/forwarder with distinct endpoints. Two applications competing for one COM port caused access-denied behavior during this project.</a:t>
            </a:r>
          </a:p>
          <a:p xmlns:a="http://schemas.openxmlformats.org/drawingml/2006/main">
            <a:r>
              <a:t/>
            </a:r>
          </a:p>
          <a:p xmlns:a="http://schemas.openxmlformats.org/drawingml/2006/main">
            <a:r>
              <a:t>Mission Planner and the custom application are peer GCS clients. Sharing an endpoint requires an intentional router.</a:t>
            </a:r>
          </a:p>
          <a:p xmlns:a="http://schemas.openxmlformats.org/drawingml/2006/main">
            <a:r>
              <a:t/>
            </a:r>
          </a:p>
          <a:p xmlns:a="http://schemas.openxmlformats.org/drawingml/2006/main">
            <a:r>
              <a:t>S02 | ExpressLRS: native MAVLink setup and laptop bridging | https://www.expresslrs.org/software/mavlink/</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three-position mode switch plus separate auxiliary requests</a:t>
            </a:r>
          </a:p>
          <a:p xmlns:a="http://schemas.openxmlformats.org/drawingml/2006/main">
            <a:r>
              <a:t/>
            </a:r>
          </a:p>
          <a:p xmlns:a="http://schemas.openxmlformats.org/drawingml/2006/main">
            <a:r>
              <a:t>Channel 6 is the main mode channel. At approximately 1000 it selects Stabilize, at 1500 Loiter and at 2000 GUIDED. The project assigns duplicate neighboring mode slots to make the intended three positions clear: FLTMODE1/2=0, FLTMODE3/4=5 and FLTMODE5/6=4.</a:t>
            </a:r>
          </a:p>
          <a:p xmlns:a="http://schemas.openxmlformats.org/drawingml/2006/main">
            <a:r>
              <a:t/>
            </a:r>
          </a:p>
          <a:p xmlns:a="http://schemas.openxmlformats.org/drawingml/2006/main">
            <a:r>
              <a:t>Channel 5 high requests RTL (RC5_OPTION=4), channel 7 high requests AltHold (RC7_OPTION=70) and channel 8 high requests Land (RC8_OPTION=18). Channel 6 has no auxiliary function. Begin a mode check with the auxiliary switches low and test one request at a time. Do not assume simultaneous auxiliary switches have a priority order designed for this project.</a:t>
            </a:r>
          </a:p>
          <a:p xmlns:a="http://schemas.openxmlformats.org/drawingml/2006/main">
            <a:r>
              <a:t/>
            </a:r>
          </a:p>
          <a:p xmlns:a="http://schemas.openxmlformats.org/drawingml/2006/main">
            <a:r>
              <a:t>Manual takeover means selecting an appropriate pilot-controlled mode. Moving sticks in GUIDED is not a general substitute for mode takeover. Stabilize uses manual throttle; Loiter needs a healthy position estimate; switching modes requires a pilot familiar with the resulting controls. The user confirmed mode changes, but a complete in-flight takeover test remains pending.</a:t>
            </a:r>
          </a:p>
          <a:p xmlns:a="http://schemas.openxmlformats.org/drawingml/2006/main">
            <a:r>
              <a:t/>
            </a:r>
          </a:p>
          <a:p xmlns:a="http://schemas.openxmlformats.org/drawingml/2006/main">
            <a:r>
              <a:t>Parameter | Recorded assignment</a:t>
            </a:r>
          </a:p>
          <a:p xmlns:a="http://schemas.openxmlformats.org/drawingml/2006/main">
            <a:r>
              <a:t>FLTMODE_CH | 6</a:t>
            </a:r>
          </a:p>
          <a:p xmlns:a="http://schemas.openxmlformats.org/drawingml/2006/main">
            <a:r>
              <a:t>FLTMODE1 / 2 | 0 / 0: Stabilize</a:t>
            </a:r>
          </a:p>
          <a:p xmlns:a="http://schemas.openxmlformats.org/drawingml/2006/main">
            <a:r>
              <a:t>FLTMODE3 / 4 | 5 / 5: Loiter</a:t>
            </a:r>
          </a:p>
          <a:p xmlns:a="http://schemas.openxmlformats.org/drawingml/2006/main">
            <a:r>
              <a:t>FLTMODE5 / 6 | 4 / 4: GUIDED</a:t>
            </a:r>
          </a:p>
          <a:p xmlns:a="http://schemas.openxmlformats.org/drawingml/2006/main">
            <a:r>
              <a:t>RC5 / RC7 / RC8_OPTION | 4 RTL / 70 AltHold / 18 Land</a:t>
            </a:r>
          </a:p>
          <a:p xmlns:a="http://schemas.openxmlformats.org/drawingml/2006/main">
            <a:r>
              <a:t/>
            </a:r>
          </a:p>
          <a:p xmlns:a="http://schemas.openxmlformats.org/drawingml/2006/main">
            <a:r>
              <a:t>S09 | ArduPilot: radio mode-switch configuration | https://ardupilot.org/copter/docs/common-rc-transmitter-flight-mode-configuration.html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mapping differs from the original export</a:t>
            </a:r>
          </a:p>
          <a:p xmlns:a="http://schemas.openxmlformats.org/drawingml/2006/main">
            <a:r>
              <a:t/>
            </a:r>
          </a:p>
          <a:p xmlns:a="http://schemas.openxmlformats.org/drawingml/2006/main">
            <a:r>
              <a:t>Motor test letters indicate test sequence, not output channel numbers. After user-observed motor tests, outputs 2, 3 and 4 were reassigned. The user then confirmed the expected locations and spin directions shown below. This mapping is specific to this physical build and must not be transferred to another assembly.</a:t>
            </a:r>
          </a:p>
          <a:p xmlns:a="http://schemas.openxmlformats.org/drawingml/2006/main">
            <a:r>
              <a:t/>
            </a:r>
          </a:p>
          <a:p xmlns:a="http://schemas.openxmlformats.org/drawingml/2006/main">
            <a:r>
              <a:t>The recorded protocol is DShot600 (MOT_PWM_TYPE=6); DShot does not use analog ESC throttle calibration. Correct test rotation does not prove a suitable motor idle, full-range ESC behavior, propeller installation, thrust balance or a safe tune. The motor KV, exact motor model, total mass and thrust margin still need a measured record.</a:t>
            </a:r>
          </a:p>
          <a:p xmlns:a="http://schemas.openxmlformats.org/drawingml/2006/main">
            <a:r>
              <a:t/>
            </a:r>
          </a:p>
          <a:p xmlns:a="http://schemas.openxmlformats.org/drawingml/2006/main">
            <a:r>
              <a:t>Do not reload the old complete hello123 export over the corrected build; it contains the original SERVO output assignments.</a:t>
            </a:r>
          </a:p>
          <a:p xmlns:a="http://schemas.openxmlformats.org/drawingml/2006/main">
            <a:r>
              <a:t/>
            </a:r>
          </a:p>
          <a:p xmlns:a="http://schemas.openxmlformats.org/drawingml/2006/main">
            <a:r>
              <a:t>The user confirmed these positions and directions after remapping. Test letters, motor numbers and physical outputs are different identifiers.</a:t>
            </a:r>
          </a:p>
          <a:p xmlns:a="http://schemas.openxmlformats.org/drawingml/2006/main">
            <a:r>
              <a:t/>
            </a:r>
          </a:p>
          <a:p xmlns:a="http://schemas.openxmlformats.org/drawingml/2006/main">
            <a:r>
              <a:t>S08 | ArduPilot: motor connection and motor-test diagrams | https://ardupilot.org/copter/docs/connect-escs-and-motors.html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Configuration, diagnostics and readback on the ground</a:t>
            </a:r>
          </a:p>
          <a:p xmlns:a="http://schemas.openxmlformats.org/drawingml/2006/main">
            <a:r>
              <a:t/>
            </a:r>
          </a:p>
          <a:p xmlns:a="http://schemas.openxmlformats.org/drawingml/2006/main">
            <a:r>
              <a:t>Mission Planner is used to select firmware target, inspect parameters, calibrate sensors and radio ranges, configure modes, test motors and inspect messages/logs. Configuration changes must be written, followed by any required reboot and a fresh parameter readback. A green UI value is not necessarily proof that every related setting was saved.</a:t>
            </a:r>
          </a:p>
          <a:p xmlns:a="http://schemas.openxmlformats.org/drawingml/2006/main">
            <a:r>
              <a:t/>
            </a:r>
          </a:p>
          <a:p xmlns:a="http://schemas.openxmlformats.org/drawingml/2006/main">
            <a:r>
              <a:t>The project encountered a loader exception and a range warning during imports. The initial 3-inch pitch/roll acceleration estimate exceeded the documented range; the generated file was corrected to 1800 for ATC_ACC_P_MAX and ATC_ACC_R_MAX. This is a starting estimate, not a flight-derived tune.</a:t>
            </a:r>
          </a:p>
          <a:p xmlns:a="http://schemas.openxmlformats.org/drawingml/2006/main">
            <a:r>
              <a:t/>
            </a:r>
          </a:p>
          <a:p xmlns:a="http://schemas.openxmlformats.org/drawingml/2006/main">
            <a:r>
              <a:t>Maintain three artifacts: the original export, a reviewed list of intended changes and a fresh post-reboot export. Record firmware version with each. Calibration and motor mapping are aircraft-specific, so a small reviewed patch is preferable to indiscriminate reuse of a donor setup.</a:t>
            </a:r>
          </a:p>
          <a:p xmlns:a="http://schemas.openxmlformats.org/drawingml/2006/main">
            <a:r>
              <a:t/>
            </a:r>
          </a:p>
          <a:p xmlns:a="http://schemas.openxmlformats.org/drawingml/2006/main">
            <a:r>
              <a:t>Remove props for powered setup and motor testing.</a:t>
            </a:r>
          </a:p>
          <a:p xmlns:a="http://schemas.openxmlformats.org/drawingml/2006/main">
            <a:r>
              <a:t/>
            </a:r>
          </a:p>
          <a:p xmlns:a="http://schemas.openxmlformats.org/drawingml/2006/main">
            <a:r>
              <a:t>Check board orientation, radio calibration and external compass installation.</a:t>
            </a:r>
          </a:p>
          <a:p xmlns:a="http://schemas.openxmlformats.org/drawingml/2006/main">
            <a:r>
              <a:t/>
            </a:r>
          </a:p>
          <a:p xmlns:a="http://schemas.openxmlformats.org/drawingml/2006/main">
            <a:r>
              <a:t>Confirm battery sensing before relying on voltage compensation or failsafes.</a:t>
            </a:r>
          </a:p>
          <a:p xmlns:a="http://schemas.openxmlformats.org/drawingml/2006/main">
            <a:r>
              <a:t/>
            </a:r>
          </a:p>
          <a:p xmlns:a="http://schemas.openxmlformats.org/drawingml/2006/main">
            <a:r>
              <a:t>Inspect pre-arm errors rather than suppressing checks.</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S18 | ArduPilot: initial flight tuning | https://ardupilot.org/copter/docs/setting-up-for-tuning.html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Messages consumed by the current adapter</a:t>
            </a:r>
          </a:p>
          <a:p xmlns:a="http://schemas.openxmlformats.org/drawingml/2006/main">
            <a:r>
              <a:t/>
            </a:r>
          </a:p>
          <a:p xmlns:a="http://schemas.openxmlformats.org/drawingml/2006/main">
            <a:r>
              <a:t>The adapter only accepts the configured aircraft system/component IDs, defaulting to 1/1. It records monotonic reception times per message family. The application itself sends a GCS heartbeat about once per second with source system 255 and component 190. Those IDs must be considered if other GCS software is also running.</a:t>
            </a:r>
          </a:p>
          <a:p xmlns:a="http://schemas.openxmlformats.org/drawingml/2006/main">
            <a:r>
              <a:t/>
            </a:r>
          </a:p>
          <a:p xmlns:a="http://schemas.openxmlformats.org/drawingml/2006/main">
            <a:r>
              <a:t>The application checks heartbeat, position, GPS, battery and EKF age separately before movement. Position and heading are decoded from GLOBAL_POSITION_INT; battery percentage is taken from SYS_STATUS when supplied by the FC. Missing values remain unknown rather than being inferred from video OSD.</a:t>
            </a:r>
          </a:p>
          <a:p xmlns:a="http://schemas.openxmlformats.org/drawingml/2006/main">
            <a:r>
              <a:t/>
            </a:r>
          </a:p>
          <a:p xmlns:a="http://schemas.openxmlformats.org/drawingml/2006/main">
            <a:r>
              <a:t>Message transport does not establish correctness of sensor inputs. Stale, inconsistent or unavailable navigation state must remain visible. Higher message rates are useful only when the RF link can sustain them without excessive buffering and loss.</a:t>
            </a:r>
          </a:p>
          <a:p xmlns:a="http://schemas.openxmlformats.org/drawingml/2006/main">
            <a:r>
              <a:t/>
            </a:r>
          </a:p>
          <a:p xmlns:a="http://schemas.openxmlformats.org/drawingml/2006/main">
            <a:r>
              <a:t>Message | Fields used</a:t>
            </a:r>
          </a:p>
          <a:p xmlns:a="http://schemas.openxmlformats.org/drawingml/2006/main">
            <a:r>
              <a:t>HEARTBEAT | Mode and armed state</a:t>
            </a:r>
          </a:p>
          <a:p xmlns:a="http://schemas.openxmlformats.org/drawingml/2006/main">
            <a:r>
              <a:t>GLOBAL_POSITION_INT | Latitude, longitude, relative altitude, speed, heading</a:t>
            </a:r>
          </a:p>
          <a:p xmlns:a="http://schemas.openxmlformats.org/drawingml/2006/main">
            <a:r>
              <a:t>GPS_RAW_INT | Fix type and satellite count</a:t>
            </a:r>
          </a:p>
          <a:p xmlns:a="http://schemas.openxmlformats.org/drawingml/2006/main">
            <a:r>
              <a:t>SYS_STATUS | Battery voltage and remaining percentage</a:t>
            </a:r>
          </a:p>
          <a:p xmlns:a="http://schemas.openxmlformats.org/drawingml/2006/main">
            <a:r>
              <a:t>EKF_STATUS_REPORT | Estimator readiness flags</a:t>
            </a:r>
          </a:p>
          <a:p xmlns:a="http://schemas.openxmlformats.org/drawingml/2006/main">
            <a:r>
              <a:t>ATTITUDE / SCALED_PRESSURE | Attitude; available barometer temperature</a:t>
            </a:r>
          </a:p>
          <a:p xmlns:a="http://schemas.openxmlformats.org/drawingml/2006/main">
            <a:r>
              <a:t>STATUSTEXT / RADIO_STATUS | Flight messages; link diagnostics</a:t>
            </a:r>
          </a:p>
          <a:p xmlns:a="http://schemas.openxmlformats.org/drawingml/2006/main">
            <a:r>
              <a:t/>
            </a:r>
          </a:p>
          <a:p xmlns:a="http://schemas.openxmlformats.org/drawingml/2006/main">
            <a:r>
              <a:t>S10 | MAVLink: common message definitions | https://mavlink.io/en/messages/common.html</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moves from the FC to the interface</a:t>
            </a:r>
          </a:p>
          <a:p xmlns:a="http://schemas.openxmlformats.org/drawingml/2006/main">
            <a:r>
              <a:t/>
            </a:r>
          </a:p>
          <a:p xmlns:a="http://schemas.openxmlformats.org/drawingml/2006/main">
            <a:r>
              <a:t>The browser does not open the aircraft serial port. It subscribes to the local server, which reads snapshots supplied by the telemetry worker. This keeps aircraft communication independent from browser rendering and AI workloads.</a:t>
            </a:r>
          </a:p>
          <a:p xmlns:a="http://schemas.openxmlformats.org/drawingml/2006/main">
            <a:r>
              <a:t/>
            </a:r>
          </a:p>
          <a:p xmlns:a="http://schemas.openxmlformats.org/drawingml/2006/main">
            <a:r>
              <a:t>A fresh heartbeat only proves that a heartbeat arrived. It cannot substitute for fresh absolute position, valid battery measurement or estimator readiness. All displayed timestamps should be interpreted as reception age, not a measurement of over-air latency.</a:t>
            </a:r>
          </a:p>
          <a:p xmlns:a="http://schemas.openxmlformats.org/drawingml/2006/main">
            <a:r>
              <a:t/>
            </a:r>
          </a:p>
          <a:p xmlns:a="http://schemas.openxmlformats.org/drawingml/2006/main">
            <a:r>
              <a:t>Freshness is tracked per message family. A fresh heartbeat alone does not establish fresh GPS, battery or EKF data.</a:t>
            </a:r>
          </a:p>
          <a:p xmlns:a="http://schemas.openxmlformats.org/drawingml/2006/main">
            <a:r>
              <a:t/>
            </a:r>
          </a:p>
          <a:p xmlns:a="http://schemas.openxmlformats.org/drawingml/2006/main">
            <a:r>
              <a:t>S10 | MAVLink: common message definitions | https://mavlink.io/en/messages/common.html</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laptop sends setpoints; the FC stabilizes flight</a:t>
            </a:r>
          </a:p>
          <a:p xmlns:a="http://schemas.openxmlformats.org/drawingml/2006/main">
            <a:r>
              <a:t/>
            </a:r>
          </a:p>
          <a:p xmlns:a="http://schemas.openxmlformats.org/drawingml/2006/main">
            <a:r>
              <a:t>The implementation sends SET_POSITION_TARGET_LOCAL_NED with MAV_FRAME_BODY_NED and velocity-only mask 0x0DC7 (3527). Its body axes are forward, right and down; an upward command therefore uses negative vertical velocity. The onboard autopilot interprets the request only in a suitable mode and closes the attitude/motor-control loops.</a:t>
            </a:r>
          </a:p>
          <a:p xmlns:a="http://schemas.openxmlformats.org/drawingml/2006/main">
            <a:r>
              <a:t/>
            </a:r>
          </a:p>
          <a:p xmlns:a="http://schemas.openxmlformats.org/drawingml/2006/main">
            <a:r>
              <a:t>The operator renews a control lease every second; it expires after three seconds. Manual app requests last at most one second and the UI normally asks for 0.5 seconds. Initial application speed is 0.5 m/s. Neither a sent packet nor an HTTP success establishes physical motion; velocity targets do not carry COMMAND_ACK in this usage.</a:t>
            </a:r>
          </a:p>
          <a:p xmlns:a="http://schemas.openxmlformats.org/drawingml/2006/main">
            <a:r>
              <a:t/>
            </a:r>
          </a:p>
          <a:p xmlns:a="http://schemas.openxmlformats.org/drawingml/2006/main">
            <a:r>
              <a:t>This application does not arm, select GUIDED, take off, land or upload an onboard mission. The operating concept is manual takeoff and stable hover, deliberate GUIDED selection, supervised laptop requests and radio takeover. The model and route generator have no authority to bypass the state gates.</a:t>
            </a:r>
          </a:p>
          <a:p xmlns:a="http://schemas.openxmlformats.org/drawingml/2006/main">
            <a:r>
              <a:t/>
            </a:r>
          </a:p>
          <a:p xmlns:a="http://schemas.openxmlformats.org/drawingml/2006/main">
            <a:r>
              <a:t>Live control defaults to false. Physical behavior and reliable response require separate SITL/bench/flight acceptance.</a:t>
            </a:r>
          </a:p>
          <a:p xmlns:a="http://schemas.openxmlformats.org/drawingml/2006/main">
            <a:r>
              <a:t/>
            </a:r>
          </a:p>
          <a:p xmlns:a="http://schemas.openxmlformats.org/drawingml/2006/main">
            <a:r>
              <a:t>S04 | ArduPilot: Guided movement command frames and masks | https://ardupilot.org/dev/docs/copter-commands-in-guided-mode.html</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Requests cross safety gates before reaching the radio</a:t>
            </a:r>
          </a:p>
          <a:p xmlns:a="http://schemas.openxmlformats.org/drawingml/2006/main">
            <a:r>
              <a:t/>
            </a:r>
          </a:p>
          <a:p xmlns:a="http://schemas.openxmlformats.org/drawingml/2006/main">
            <a:r>
              <a:t>A UI action first passes local HTTP validation and station policy. An accepted request is encoded into MAVLink, sent over the selected endpoint and interpreted by ArduCopter. The return telemetry path supplies observed position/mode state.</a:t>
            </a:r>
          </a:p>
          <a:p xmlns:a="http://schemas.openxmlformats.org/drawingml/2006/main">
            <a:r>
              <a:t/>
            </a:r>
          </a:p>
          <a:p xmlns:a="http://schemas.openxmlformats.org/drawingml/2006/main">
            <a:r>
              <a:t>On a pilot mode change away from GUIDED, the application clears its lease and stops issuing velocity requests. A mode change can occur before the next laptop heartbeat is processed; onboard mode handling is therefore the primary authority boundary, not a browser response time.</a:t>
            </a:r>
          </a:p>
          <a:p xmlns:a="http://schemas.openxmlformats.org/drawingml/2006/main">
            <a:r>
              <a:t/>
            </a:r>
          </a:p>
          <a:p xmlns:a="http://schemas.openxmlformats.org/drawingml/2006/main">
            <a:r>
              <a:t>Velocity setpoints have no COMMAND_ACK. The application observes telemetry; the FC closes the stabilization loop.</a:t>
            </a:r>
          </a:p>
          <a:p xmlns:a="http://schemas.openxmlformats.org/drawingml/2006/main">
            <a:r>
              <a:t/>
            </a:r>
          </a:p>
          <a:p xmlns:a="http://schemas.openxmlformats.org/drawingml/2006/main">
            <a:r>
              <a:t>S04 | ArduPilot: Guided movement command frames and masks | https://ardupilot.org/dev/docs/copter-commands-in-guided-mode.html</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goggles and telemetry radio do not automatically feed laptop video</a:t>
            </a:r>
          </a:p>
          <a:p xmlns:a="http://schemas.openxmlformats.org/drawingml/2006/main">
            <a:r>
              <a:t/>
            </a:r>
          </a:p>
          <a:p xmlns:a="http://schemas.openxmlformats.org/drawingml/2006/main">
            <a:r>
              <a:t>The aircraft camera supplies analog video, optionally through the FC OSD, to the VTX. The iFlight goggles receive the RF image, but no usable AV/USB output was confirmed for this exact model. Their memory-card slot is for recording/storage, not a general live video output.</a:t>
            </a:r>
          </a:p>
          <a:p xmlns:a="http://schemas.openxmlformats.org/drawingml/2006/main">
            <a:r>
              <a:t/>
            </a:r>
          </a:p>
          <a:p xmlns:a="http://schemas.openxmlformats.org/drawingml/2006/main">
            <a:r>
              <a:t>Two candidate ground routes were discussed. A USB UVC analog receiver combines RF reception and USB conversion. Alternatively, an RC805-style analog receiver provides composite video to a separate EasyCAP-style USB capture adapter. These are candidates, not confirmed purchases or tested capture devices.</a:t>
            </a:r>
          </a:p>
          <a:p xmlns:a="http://schemas.openxmlformats.org/drawingml/2006/main">
            <a:r>
              <a:t/>
            </a:r>
          </a:p>
          <a:p xmlns:a="http://schemas.openxmlformats.org/drawingml/2006/main">
            <a:r>
              <a:t>The eight-channel RC805 must match an exact supported VTX frequency: 5705, 5685, 5665, 5645, 5885, 5905, 5925 or 5945 MHz. It is not enough that both products say 5.8 GHz. Its listing specifies 12 V power; the capture adapter gets USB power. Check AV connector pinout/cable and actual Windows driver compatibility.</a:t>
            </a:r>
          </a:p>
          <a:p xmlns:a="http://schemas.openxmlformats.org/drawingml/2006/main">
            <a:r>
              <a:t/>
            </a:r>
          </a:p>
          <a:p xmlns:a="http://schemas.openxmlformats.org/drawingml/2006/main">
            <a:r>
              <a:t>UVC route: VTX -&gt; analog USB receiver -&gt; laptop.</a:t>
            </a:r>
          </a:p>
          <a:p xmlns:a="http://schemas.openxmlformats.org/drawingml/2006/main">
            <a:r>
              <a:t/>
            </a:r>
          </a:p>
          <a:p xmlns:a="http://schemas.openxmlformats.org/drawingml/2006/main">
            <a:r>
              <a:t>Composite route: VTX -&gt; RC805 -&gt; composite capture -&gt; laptop.</a:t>
            </a:r>
          </a:p>
          <a:p xmlns:a="http://schemas.openxmlformats.org/drawingml/2006/main">
            <a:r>
              <a:t/>
            </a:r>
          </a:p>
          <a:p xmlns:a="http://schemas.openxmlformats.org/drawingml/2006/main">
            <a:r>
              <a:t>Goggles may receive the same broadcast independently.</a:t>
            </a:r>
          </a:p>
          <a:p xmlns:a="http://schemas.openxmlformats.org/drawingml/2006/main">
            <a:r>
              <a:t/>
            </a:r>
          </a:p>
          <a:p xmlns:a="http://schemas.openxmlformats.org/drawingml/2006/main">
            <a:r>
              <a:t>No new component prices or stock claims are made in this pack; availability changes and was not re-quoted.</a:t>
            </a:r>
          </a:p>
          <a:p xmlns:a="http://schemas.openxmlformats.org/drawingml/2006/main">
            <a:r>
              <a:t/>
            </a:r>
          </a:p>
          <a:p xmlns:a="http://schemas.openxmlformats.org/drawingml/2006/main">
            <a:r>
              <a:t>S13 | RC805 candidate receiver specification | https://rcmumbai.com/products/rc-805-5-8ghz-8-channel-av-receiver</a:t>
            </a:r>
          </a:p>
          <a:p xmlns:a="http://schemas.openxmlformats.org/drawingml/2006/main">
            <a:r>
              <a:t/>
            </a:r>
          </a:p>
          <a:p xmlns:a="http://schemas.openxmlformats.org/drawingml/2006/main">
            <a:r>
              <a:t>S14 | EasyCAP candidate capture-adapter specification | https://probots.co.in/easycap-a072-usb-2-0-audio-video-capture-adapter.html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 source information and measure complete latency</a:t>
            </a:r>
          </a:p>
          <a:p xmlns:a="http://schemas.openxmlformats.org/drawingml/2006/main">
            <a:r>
              <a:t/>
            </a:r>
          </a:p>
          <a:p xmlns:a="http://schemas.openxmlformats.org/drawingml/2006/main">
            <a:r>
              <a:t>A capture device may expose PAL 720x576 at 25 fps or NTSC 720x480 at approximately 30 fps. These are seller-described modes for the investigated capture adapter, not measured support from a purchased device. Start with the camera/capture standard and verify frame shape, color and stable sync. A higher requested resolution does not add analog source detail.</a:t>
            </a:r>
          </a:p>
          <a:p xmlns:a="http://schemas.openxmlformats.org/drawingml/2006/main">
            <a:r>
              <a:t/>
            </a:r>
          </a:p>
          <a:p xmlns:a="http://schemas.openxmlformats.org/drawingml/2006/main">
            <a:r>
              <a:t>The application uses OpenCV capture and MJPEG delivery. Its reported capture-frame age begins at the software read, while inference time describes model processing. Neither includes the entire camera-to-VTX-to-RF-to-capture-to-display chain. Measure end-to-end delay with a visible timer or LED comparison.</a:t>
            </a:r>
          </a:p>
          <a:p xmlns:a="http://schemas.openxmlformats.org/drawingml/2006/main">
            <a:r>
              <a:t/>
            </a:r>
          </a:p>
          <a:p xmlns:a="http://schemas.openxmlformats.org/drawingml/2006/main">
            <a:r>
              <a:t>Capture and inference run independently. Inference processes a recent frame rather than building an ever-growing queue. Annotated detection video uses the analyzed source frame. Raw recording remains available independently; slower inference means skipped source frames, not a claim of full-rate recognition.</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S14 | EasyCAP candidate capture-adapter specification | https://probots.co.in/easycap-a072-usb-2-0-audio-video-capture-adapter.html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and rescue operator have distinct responsibilities</a:t>
            </a:r>
          </a:p>
          <a:p xmlns:a="http://schemas.openxmlformats.org/drawingml/2006/main">
            <a:r>
              <a:t/>
            </a:r>
          </a:p>
          <a:p xmlns:a="http://schemas.openxmlformats.org/drawingml/2006/main">
            <a:r>
              <a:t>The pilot is responsible for flight readiness, manual control, mode selection and landing. The rescue operator reviews sensor information, proposes a search, validates route limits and verifies candidate incidents. These roles may be held by one trained person in a bench demonstration, but their responsibilities remain distinct.</a:t>
            </a:r>
          </a:p>
          <a:p xmlns:a="http://schemas.openxmlformats.org/drawingml/2006/main">
            <a:r>
              <a:t/>
            </a:r>
          </a:p>
          <a:p xmlns:a="http://schemas.openxmlformats.org/drawingml/2006/main">
            <a:r>
              <a:t>The app can advise hold or pause a running supervised mission under an explicitly enabled person policy. It cannot declare that the site is obstacle-free or that a detected object is a confirmed survivor. Incident evidence and actions require human interpretation.</a:t>
            </a:r>
          </a:p>
          <a:p xmlns:a="http://schemas.openxmlformats.org/drawingml/2006/main">
            <a:r>
              <a:t/>
            </a:r>
          </a:p>
          <a:p xmlns:a="http://schemas.openxmlformats.org/drawingml/2006/main">
            <a:r>
              <a:t>Search assistance does not replace pilot authority or human verification of a potential survivor.</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modules and their communication</a:t>
            </a:r>
          </a:p>
          <a:p xmlns:a="http://schemas.openxmlformats.org/drawingml/2006/main">
            <a:r>
              <a:t/>
            </a:r>
          </a:p>
          <a:p xmlns:a="http://schemas.openxmlformats.org/drawingml/2006/main">
            <a:r>
              <a:t>FastAPI validates requests and serves the interface. Station coordinates telemetry, video, movement gates, mission execution, intelligence, recording and storage. The browser receives status through SSE and video through MJPEG; write actions carry a random per-process token and are restricted by same-origin and Host checks.</a:t>
            </a:r>
          </a:p>
          <a:p xmlns:a="http://schemas.openxmlformats.org/drawingml/2006/main">
            <a:r>
              <a:t/>
            </a:r>
          </a:p>
          <a:p xmlns:a="http://schemas.openxmlformats.org/drawingml/2006/main">
            <a:r>
              <a:t>The software remains local by default. Optional online map layers make network requests for background tiles, but detection and the bounded intent planner do not need a cloud model. Do not expose the control server to a public interface without a separate access-control design. Incoming UDP MAVLink is not authenticated by this adapter.</a:t>
            </a:r>
          </a:p>
          <a:p xmlns:a="http://schemas.openxmlformats.org/drawingml/2006/main">
            <a:r>
              <a:t/>
            </a:r>
          </a:p>
          <a:p xmlns:a="http://schemas.openxmlformats.org/drawingml/2006/main">
            <a:r>
              <a:t>Independent workers keep capture, inference and telemetry from waiting on one another. The station owns policy decisions.</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classes and data ownership</a:t>
            </a:r>
          </a:p>
          <a:p xmlns:a="http://schemas.openxmlformats.org/drawingml/2006/main">
            <a:r>
              <a:t/>
            </a:r>
          </a:p>
          <a:p xmlns:a="http://schemas.openxmlformats.org/drawingml/2006/main">
            <a:r>
              <a:t>Config validates operating mode, flight envelope and detector options. Telemetry owns MAVLink decoding. Video owns capture and analysis workers. YoloDetector adapts model output into normalized boxes. Intelligence tracks image-space candidates. Mission computes bounded waypoint velocity; Store and Recorder preserve evidence.</a:t>
            </a:r>
          </a:p>
          <a:p xmlns:a="http://schemas.openxmlformats.org/drawingml/2006/main">
            <a:r>
              <a:t/>
            </a:r>
          </a:p>
          <a:p xmlns:a="http://schemas.openxmlformats.org/drawingml/2006/main">
            <a:r>
              <a:t>The class view is intentionally condensed. Mission and Telemetry are separate classes, as are Store and Recorder, even where grouped in a diagram box to retain readability. The editable Mermaid source contains the individual ownership relationships for a more detailed rendering.</a:t>
            </a:r>
          </a:p>
          <a:p xmlns:a="http://schemas.openxmlformats.org/drawingml/2006/main">
            <a:r>
              <a:t/>
            </a:r>
          </a:p>
          <a:p xmlns:a="http://schemas.openxmlformats.org/drawingml/2006/main">
            <a:r>
              <a:t>This is a condensed implementation class view; function names reflect the Python application rather than hypothetical modules.</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Aerial model, lightweight alternative and explicit processing choices</a:t>
            </a:r>
          </a:p>
          <a:p xmlns:a="http://schemas.openxmlformats.org/drawingml/2006/main">
            <a:r>
              <a:t/>
            </a:r>
          </a:p>
          <a:p xmlns:a="http://schemas.openxmlformats.org/drawingml/2006/main">
            <a:r>
              <a:t>The team integration is pinned to upstream commit d50829119b598e5b32b352f384fdd25aca367f08. A downloader verifies SHA-256 checksums before using local checkpoints. The integrated models are YOLOv8m VisDrone and YOLO26n COCO. The recorded VisDrone checkpoint has no verified CBAM blocks; the pack does not claim CBAM inference.</a:t>
            </a:r>
          </a:p>
          <a:p xmlns:a="http://schemas.openxmlformats.org/drawingml/2006/main">
            <a:r>
              <a:t/>
            </a:r>
          </a:p>
          <a:p xmlns:a="http://schemas.openxmlformats.org/drawingml/2006/main">
            <a:r>
              <a:t>VisDrone labels pedestrian and people are mapped to the existing person policy while retaining their original labels. Classical CLAHE and FPV hybrid enhancement are optional model-input transformations. They are not a learned accuracy guarantee. Original imagery remains important evidence for operator comparison.</a:t>
            </a:r>
          </a:p>
          <a:p xmlns:a="http://schemas.openxmlformats.org/drawingml/2006/main">
            <a:r>
              <a:t/>
            </a:r>
          </a:p>
          <a:p xmlns:a="http://schemas.openxmlformats.org/drawingml/2006/main">
            <a:r>
              <a:t>Optional OSD exclusion is a calibrated geometric post-filter. It can hide real objects overlapping telemetry graphics, so it is off by default and requires a matching profile. The included profile applies to one source layout, not every camera. Detector failures are surfaced explicitly; a selected broken YOLO model is not silently replaced by HOG.</a:t>
            </a:r>
          </a:p>
          <a:p xmlns:a="http://schemas.openxmlformats.org/drawingml/2006/main">
            <a:r>
              <a:t/>
            </a:r>
          </a:p>
          <a:p xmlns:a="http://schemas.openxmlformats.org/drawingml/2006/main">
            <a:r>
              <a:t>CPU FP32 is the installed baseline; compatible CUDA use is configurable.</a:t>
            </a:r>
          </a:p>
          <a:p xmlns:a="http://schemas.openxmlformats.org/drawingml/2006/main">
            <a:r>
              <a:t/>
            </a:r>
          </a:p>
          <a:p xmlns:a="http://schemas.openxmlformats.org/drawingml/2006/main">
            <a:r>
              <a:t>The earlier recorded CPU timing was roughly 230-320 ms per warmed result.</a:t>
            </a:r>
          </a:p>
          <a:p xmlns:a="http://schemas.openxmlformats.org/drawingml/2006/main">
            <a:r>
              <a:t/>
            </a:r>
          </a:p>
          <a:p xmlns:a="http://schemas.openxmlformats.org/drawingml/2006/main">
            <a:r>
              <a:t>That observation is not a benchmark across all clips or a measure of aerial accuracy.</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video testing does not open a drone-control connection</a:t>
            </a:r>
          </a:p>
          <a:p xmlns:a="http://schemas.openxmlformats.org/drawingml/2006/main">
            <a:r>
              <a:t/>
            </a:r>
          </a:p>
          <a:p xmlns:a="http://schemas.openxmlformats.org/drawingml/2006/main">
            <a:r>
              <a:t>The operator chooses a local file, detector and enhancement, then uploads through the existing app. The server accepts supported containers up to 500 MB, checks authentication and decodability, and only permits source replacement in demo mode. Recordings must be stopped before swapping the source.</a:t>
            </a:r>
          </a:p>
          <a:p xmlns:a="http://schemas.openxmlformats.org/drawingml/2006/main">
            <a:r>
              <a:t/>
            </a:r>
          </a:p>
          <a:p xmlns:a="http://schemas.openxmlformats.org/drawingml/2006/main">
            <a:r>
              <a:t>A source change clears the control lease and old person tracks and pauses any simulated mission. Playback loops at the source rate; AI uses the newest available frames. Annotated MJPEG preserves frame-to-box alignment and reports inference age. The displayed flight telemetry in this mode is simulated, even though the video and model inference are real.</a:t>
            </a:r>
          </a:p>
          <a:p xmlns:a="http://schemas.openxmlformats.org/drawingml/2006/main">
            <a:r>
              <a:t/>
            </a:r>
          </a:p>
          <a:p xmlns:a="http://schemas.openxmlformats.org/drawingml/2006/main">
            <a:r>
              <a:t>Uploaded footage is a local test input. Aircraft telemetry remains simulated and no MAVLink connection is opened.</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persistence reduces single-frame triggers</a:t>
            </a:r>
          </a:p>
          <a:p xmlns:a="http://schemas.openxmlformats.org/drawingml/2006/main">
            <a:r>
              <a:t/>
            </a:r>
          </a:p>
          <a:p xmlns:a="http://schemas.openxmlformats.org/drawingml/2006/main">
            <a:r>
              <a:t>Normalized boxes are associated using image-space intersection over union. The existing tracker requires three distinct matched detection frames before calling a track persistent. A track expires after about 1.5 seconds without updates; a confirmed candidate must also have been seen recently, within about 0.8 seconds.</a:t>
            </a:r>
          </a:p>
          <a:p xmlns:a="http://schemas.openxmlformats.org/drawingml/2006/main">
            <a:r>
              <a:t/>
            </a:r>
          </a:p>
          <a:p xmlns:a="http://schemas.openxmlformats.org/drawingml/2006/main">
            <a:r>
              <a:t>Advisory mode presents evidence. The optional pause-on-person policy pauses an active mission when a persistent candidate is present and creates an incident with a cooldown. It does not identify the person, infer injuries or establish a victim position. The recorded aircraft coordinates are context about the camera platform.</a:t>
            </a:r>
          </a:p>
          <a:p xmlns:a="http://schemas.openxmlformats.org/drawingml/2006/main">
            <a:r>
              <a:t/>
            </a:r>
          </a:p>
          <a:p xmlns:a="http://schemas.openxmlformats.org/drawingml/2006/main">
            <a:r>
              <a:t>Slow CPU inference, analog interference, high altitude, small objects and camera angle can all reduce useful evidence. Counted boxes across frames are not unique people. Camera calibration, synchronized pose and terrain/ranging data would be needed for defensible image-to-ground geolocation.</a:t>
            </a:r>
          </a:p>
          <a:p xmlns:a="http://schemas.openxmlformats.org/drawingml/2006/main">
            <a:r>
              <a:t/>
            </a:r>
          </a:p>
          <a:p xmlns:a="http://schemas.openxmlformats.org/drawingml/2006/main">
            <a:r>
              <a:t>Do not interpret HOG scores as probabilities.</a:t>
            </a:r>
          </a:p>
          <a:p xmlns:a="http://schemas.openxmlformats.org/drawingml/2006/main">
            <a:r>
              <a:t/>
            </a:r>
          </a:p>
          <a:p xmlns:a="http://schemas.openxmlformats.org/drawingml/2006/main">
            <a:r>
              <a:t>Keep original class labels and source frame IDs in review evidence.</a:t>
            </a:r>
          </a:p>
          <a:p xmlns:a="http://schemas.openxmlformats.org/drawingml/2006/main">
            <a:r>
              <a:t/>
            </a:r>
          </a:p>
          <a:p xmlns:a="http://schemas.openxmlformats.org/drawingml/2006/main">
            <a:r>
              <a:t>Auto-pause recovery remains latched until explicit operator action.</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GPS waypoints are followed by a laptop controller</a:t>
            </a:r>
          </a:p>
          <a:p xmlns:a="http://schemas.openxmlformats.org/drawingml/2006/main">
            <a:r>
              <a:t/>
            </a:r>
          </a:p>
          <a:p xmlns:a="http://schemas.openxmlformats.org/drawingml/2006/main">
            <a:r>
              <a:t>The app validates 1-100 WGS84 points with relative altitude and hold time against its configured radius/ceiling. Its local grammar can propose search grids, perimeters, orbit-like routes and bounded movements. It is a deterministic intent parser, not an unrestricted language-model pilot.</a:t>
            </a:r>
          </a:p>
          <a:p xmlns:a="http://schemas.openxmlformats.org/drawingml/2006/main">
            <a:r>
              <a:t/>
            </a:r>
          </a:p>
          <a:p xmlns:a="http://schemas.openxmlformats.org/drawingml/2006/main">
            <a:r>
              <a:t>The navigator computes north/east/vertical error to the next point, limits speed, rotates horizontal velocity by current heading and streams body-frame requests. Arrival uses approximately 0.6 m horizontal and 0.4 m altitude tolerances in the present implementation. Those tolerances require real positioning-performance assessment; ordinary GPS must not be assumed to achieve them reliably.</a:t>
            </a:r>
          </a:p>
          <a:p xmlns:a="http://schemas.openxmlformats.org/drawingml/2006/main">
            <a:r>
              <a:t/>
            </a:r>
          </a:p>
          <a:p xmlns:a="http://schemas.openxmlformats.org/drawingml/2006/main">
            <a:r>
              <a:t>This route is not an onboard AUTO mission. The app does not upload takeoff/land items, provide obstacle avoidance or evaluate terrain clearance.</a:t>
            </a:r>
          </a:p>
          <a:p xmlns:a="http://schemas.openxmlformats.org/drawingml/2006/main">
            <a:r>
              <a:t/>
            </a:r>
          </a:p>
          <a:p xmlns:a="http://schemas.openxmlformats.org/drawingml/2006/main">
            <a:r>
              <a:t>Fault, person-policy and pilot events pause the route. Human review and an explicit resume action are required.</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is a latched state, not automatic fault recovery</a:t>
            </a:r>
          </a:p>
          <a:p xmlns:a="http://schemas.openxmlformats.org/drawingml/2006/main">
            <a:r>
              <a:t/>
            </a:r>
          </a:p>
          <a:p xmlns:a="http://schemas.openxmlformats.org/drawingml/2006/main">
            <a:r>
              <a:t>Loading a validated route creates ready state. Start begins at the first point. Operator pause, unavailable prerequisites or person policy can produce paused state. Resume requires current prerequisites and an explicit request; cancelling terminates the current route execution.</a:t>
            </a:r>
          </a:p>
          <a:p xmlns:a="http://schemas.openxmlformats.org/drawingml/2006/main">
            <a:r>
              <a:t/>
            </a:r>
          </a:p>
          <a:p xmlns:a="http://schemas.openxmlformats.org/drawingml/2006/main">
            <a:r>
              <a:t>Editing a paused plan creates a new ready plan. Automatic return of a good signal does not mean the earlier action should resume. The distinction is important after pilot intervention, low battery, video loss or a person lead that requires review.</a:t>
            </a:r>
          </a:p>
          <a:p xmlns:a="http://schemas.openxmlformats.org/drawingml/2006/main">
            <a:r>
              <a:t/>
            </a:r>
          </a:p>
          <a:p xmlns:a="http://schemas.openxmlformats.org/drawingml/2006/main">
            <a:r>
              <a:t>Editing a paused route loads a new ready plan. Start begins at point one; Resume continues the paused route.</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is stored locally with explicit provenance</a:t>
            </a:r>
          </a:p>
          <a:p xmlns:a="http://schemas.openxmlformats.org/drawingml/2006/main">
            <a:r>
              <a:t/>
            </a:r>
          </a:p>
          <a:p xmlns:a="http://schemas.openxmlformats.org/drawingml/2006/main">
            <a:r>
              <a:t>SQLite stores events as id, UTC time, kind and JSON payload, and stores missions as id, name and plan JSON. Incident entries can reference a JPEG snapshot and the aircraft position available at that time. The raw AVI recorder runs independently with bounded duration/storage; video uploads remain separate local files.</a:t>
            </a:r>
          </a:p>
          <a:p xmlns:a="http://schemas.openxmlformats.org/drawingml/2006/main">
            <a:r>
              <a:t/>
            </a:r>
          </a:p>
          <a:p xmlns:a="http://schemas.openxmlformats.org/drawingml/2006/main">
            <a:r>
              <a:t>The application supports event/log export and route JSON/GeoJSON/WPL exchange with defined limitations. A WPL export is not proof that it was uploaded to or accepted by a vehicle. Data retention is manual, and uploaded footage can contain people or locations, so sharing the code repository is different from publishing the local evidence directory.</a:t>
            </a:r>
          </a:p>
          <a:p xmlns:a="http://schemas.openxmlformats.org/drawingml/2006/main">
            <a:r>
              <a:t/>
            </a:r>
          </a:p>
          <a:p xmlns:a="http://schemas.openxmlformats.org/drawingml/2006/main">
            <a:r>
              <a:t>Incidents are JSON payloads in events, not a separate incident table. Positions describe the aircraft, not an inferred victim.</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Protective logic belongs both onboard and in the application</a:t>
            </a:r>
          </a:p>
          <a:p xmlns:a="http://schemas.openxmlformats.org/drawingml/2006/main">
            <a:r>
              <a:t/>
            </a:r>
          </a:p>
          <a:p xmlns:a="http://schemas.openxmlformats.org/drawingml/2006/main">
            <a:r>
              <a:t>App live control requires enabled configuration, an operator lease, fresh heartbeat/position/GPS/battery/EKF, GUIDED mode, armed state, a 3D fix, estimator readiness, sufficient battery, valid altitude/radius and fresh video. Current age limits are 2.5 seconds for core telemetry and 1 second for video. Defaults are 0.5 m/s, 30 m altitude and 50 m radius.</a:t>
            </a:r>
          </a:p>
          <a:p xmlns:a="http://schemas.openxmlformats.org/drawingml/2006/main">
            <a:r>
              <a:t/>
            </a:r>
          </a:p>
          <a:p xmlns:a="http://schemas.openxmlformats.org/drawingml/2006/main">
            <a:r>
              <a:t>Onboard RC, GCS, battery and estimator failsafes operate independently from those application gates. The historical settings include FS_THR_ENABLE=1, FS_GCS_ENABLE=1, FS_GCS_TIMEOUT=5, FS_OPTIONS=16 and GUID_TIMEOUT=3. FS_OPTIONS=16 permits continued pilot-controlled operation on GCS loss; it is not a general instruction to continue GUIDED flight.</a:t>
            </a:r>
          </a:p>
          <a:p xmlns:a="http://schemas.openxmlformats.org/drawingml/2006/main">
            <a:r>
              <a:t/>
            </a:r>
          </a:p>
          <a:p xmlns:a="http://schemas.openxmlformats.org/drawingml/2006/main">
            <a:r>
              <a:t>RC loss and GCS loss are separate failure events even when they share an RF system. A disarmed test that produces a failsafe message establishes detection, not the resulting airborne trajectory. Other GCS heartbeats can affect a laptop-loss test. Verify behavior with a controlled procedure and logs.</a:t>
            </a:r>
          </a:p>
          <a:p xmlns:a="http://schemas.openxmlformats.org/drawingml/2006/main">
            <a:r>
              <a:t/>
            </a:r>
          </a:p>
          <a:p xmlns:a="http://schemas.openxmlformats.org/drawingml/2006/main">
            <a:r>
              <a:t>Application home/radius checks are not a replacement for the onboard fence. The project fence parameters were staged with FENCE_ENABLE=0.</a:t>
            </a:r>
          </a:p>
          <a:p xmlns:a="http://schemas.openxmlformats.org/drawingml/2006/main">
            <a:r>
              <a:t/>
            </a:r>
          </a:p>
          <a:p xmlns:a="http://schemas.openxmlformats.org/drawingml/2006/main">
            <a:r>
              <a:t>S05 | ArduPilot: GCS failsafe | https://ardupilot.org/copter/docs/gcs-failsafe.html</a:t>
            </a:r>
          </a:p>
          <a:p xmlns:a="http://schemas.openxmlformats.org/drawingml/2006/main">
            <a:r>
              <a:t/>
            </a:r>
          </a:p>
          <a:p xmlns:a="http://schemas.openxmlformats.org/drawingml/2006/main">
            <a:r>
              <a:t>S06 | ArduPilot: radio failsafe | https://ardupilot.org/copter/docs/radio-failsafe.html</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changes grouped by purpose; read back before relying on them</a:t>
            </a:r>
          </a:p>
          <a:p xmlns:a="http://schemas.openxmlformats.org/drawingml/2006/main">
            <a:r>
              <a:t/>
            </a:r>
          </a:p>
          <a:p xmlns:a="http://schemas.openxmlformats.org/drawingml/2006/main">
            <a:r>
              <a:t>The original hello123 export contained 1,098 entries. Subsequent small files changed battery protection, telemetry streams, modes, navigation speeds, fence limits, motor mapping, GPS baud and initial tuning. The earlier combined setup patch did not contain later motor/GPS/tuning changes. These files must not be treated as interchangeable complete current-state exports.</a:t>
            </a:r>
          </a:p>
          <a:p xmlns:a="http://schemas.openxmlformats.org/drawingml/2006/main">
            <a:r>
              <a:t/>
            </a:r>
          </a:p>
          <a:p xmlns:a="http://schemas.openxmlformats.org/drawingml/2006/main">
            <a:r>
              <a:t>A fresh FC parameter export should be compared with this register and the physical build. The pack deliberately does not provide a new flight-ready all-parameter import because current GPS readiness, sensor calibration and airborne behavior are not verified.</a:t>
            </a:r>
          </a:p>
          <a:p xmlns:a="http://schemas.openxmlformats.org/drawingml/2006/main">
            <a:r>
              <a:t/>
            </a:r>
          </a:p>
          <a:p xmlns:a="http://schemas.openxmlformats.org/drawingml/2006/main">
            <a:r>
              <a:t>Purpose | Recorded project values</a:t>
            </a:r>
          </a:p>
          <a:p xmlns:a="http://schemas.openxmlformats.org/drawingml/2006/main">
            <a:r>
              <a:t>Battery sensing | Monitor 4; volt pin 10; current pin 12; multiplier 11; scale 39.4</a:t>
            </a:r>
          </a:p>
          <a:p xmlns:a="http://schemas.openxmlformats.org/drawingml/2006/main">
            <a:r>
              <a:t>Battery protection | Capacity 650; low 14.4 V / RTL; critical 14.0 V / Land; arm 14.7 V</a:t>
            </a:r>
          </a:p>
          <a:p xmlns:a="http://schemas.openxmlformats.org/drawingml/2006/main">
            <a:r>
              <a:t>GPS / ELRS | SERIAL5=GPS at 115200; SERIAL6=MAVLink2 at 460800</a:t>
            </a:r>
          </a:p>
          <a:p xmlns:a="http://schemas.openxmlformats.org/drawingml/2006/main">
            <a:r>
              <a:t>Telemetry | MAV2 EXT_STAT/POSITION/EXTRA1-3/RAW_SENS/RC_CHAN = 1 Hz</a:t>
            </a:r>
          </a:p>
          <a:p xmlns:a="http://schemas.openxmlformats.org/drawingml/2006/main">
            <a:r>
              <a:t>Speed / fence staging | Loiter 2 m/s; WP 1 m/s; RTL 2 m/s; radius 50 m; max 30 m; fence OFF</a:t>
            </a:r>
          </a:p>
          <a:p xmlns:a="http://schemas.openxmlformats.org/drawingml/2006/main">
            <a:r>
              <a:t>Initial tuning | Pitch/roll accel 1800; yaw 333; gyro filter 115 Hz; thrust expo 0.41</a:t>
            </a:r>
          </a:p>
          <a:p xmlns:a="http://schemas.openxmlformats.org/drawingml/2006/main">
            <a:r>
              <a:t>Preserve | Calibration, verified motor map and radio mapping; no skipped arming checks</a:t>
            </a:r>
          </a:p>
          <a:p xmlns:a="http://schemas.openxmlformats.org/drawingml/2006/main">
            <a:r>
              <a:t/>
            </a:r>
          </a:p>
          <a:p xmlns:a="http://schemas.openxmlformats.org/drawingml/2006/main">
            <a:r>
              <a:t>MOT_BAT_VOLT_MIN=13.2 V is a compensation bound, not the chosen critical landing threshold. Do not confuse the two.</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through evidence-based acceptance stages</a:t>
            </a:r>
          </a:p>
          <a:p xmlns:a="http://schemas.openxmlformats.org/drawingml/2006/main">
            <a:r>
              <a:t/>
            </a:r>
          </a:p>
          <a:p xmlns:a="http://schemas.openxmlformats.org/drawingml/2006/main">
            <a:r>
              <a:t>Begin with a complete build inventory, backups and propellers removed. Establish correct board orientation, radio calibration, motor order/direction, sensor installation and valid battery measurement. Resolve GPS communication and navigation readiness before evaluating position-dependent modes.</a:t>
            </a:r>
          </a:p>
          <a:p xmlns:a="http://schemas.openxmlformats.org/drawingml/2006/main">
            <a:r>
              <a:t/>
            </a:r>
          </a:p>
          <a:p xmlns:a="http://schemas.openxmlformats.org/drawingml/2006/main">
            <a:r>
              <a:t>Next verify USB telemetry, then wireless telemetry using the actual bridge. Validate video capture separately from detection. Use SITL or an appropriate controlled rig for movement-axis interpretation, command timeout and mode-takeover behavior. Only after ground acceptance should a trained pilot conduct a manual outdoor hover and log review in a suitable clear area.</a:t>
            </a:r>
          </a:p>
          <a:p xmlns:a="http://schemas.openxmlformats.org/drawingml/2006/main">
            <a:r>
              <a:t/>
            </a:r>
          </a:p>
          <a:p xmlns:a="http://schemas.openxmlformats.org/drawingml/2006/main">
            <a:r>
              <a:t>For application flight, establish a safe manual hover, select GUIDED deliberately, review the route and enable the control lease. Keep the pilot ready for mode takeover. After a fault, pause and assess rather than automatically resuming. Land through the pilot/onboard mode procedure and review logs, evidence, battery consumption and latency.</a:t>
            </a:r>
          </a:p>
          <a:p xmlns:a="http://schemas.openxmlformats.org/drawingml/2006/main">
            <a:r>
              <a:t/>
            </a:r>
          </a:p>
          <a:p xmlns:a="http://schemas.openxmlformats.org/drawingml/2006/main">
            <a:r>
              <a:t>Ground acceptance: electrical, mechanical, sensor, RC and telemetry checks.</a:t>
            </a:r>
          </a:p>
          <a:p xmlns:a="http://schemas.openxmlformats.org/drawingml/2006/main">
            <a:r>
              <a:t/>
            </a:r>
          </a:p>
          <a:p xmlns:a="http://schemas.openxmlformats.org/drawingml/2006/main">
            <a:r>
              <a:t>Flight acceptance: stability, vibration, hover current, GPS quality, takeover and protective behavior.</a:t>
            </a:r>
          </a:p>
          <a:p xmlns:a="http://schemas.openxmlformats.org/drawingml/2006/main">
            <a:r>
              <a:t/>
            </a:r>
          </a:p>
          <a:p xmlns:a="http://schemas.openxmlformats.org/drawingml/2006/main">
            <a:r>
              <a:t>Application acceptance: freshness gates, bounded movement, video loss and incident policy.</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S18 | ArduPilot: initial flight tuning | https://ardupilot.org/copter/docs/setting-up-for-tuning.html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tests do not certify physical flight behavior</a:t>
            </a:r>
          </a:p>
          <a:p xmlns:a="http://schemas.openxmlformats.org/drawingml/2006/main">
            <a:r>
              <a:t/>
            </a:r>
          </a:p>
          <a:p xmlns:a="http://schemas.openxmlformats.org/drawingml/2006/main">
            <a:r>
              <a:t>The last recorded automated run reported 46 passing tests. It covered control gating, MAVLink encoding/decoding, route validation, tracking, upload behavior and local evidence generation. Actual inference on one team FPV sample established that the model loads and returns detections, not its precision, recall or performance over disaster scenes.</a:t>
            </a:r>
          </a:p>
          <a:p xmlns:a="http://schemas.openxmlformats.org/drawingml/2006/main">
            <a:r>
              <a:t/>
            </a:r>
          </a:p>
          <a:p xmlns:a="http://schemas.openxmlformats.org/drawingml/2006/main">
            <a:r>
              <a:t>For every physical acceptance test, record configuration/version, setup, expected result, observed result, pass/fail and evidence filename. Test one independent fault at a time. Record separate timings for camera-to-display delay, inference throughput, command-to-observed-response delay and mode takeover.</a:t>
            </a:r>
          </a:p>
          <a:p xmlns:a="http://schemas.openxmlformats.org/drawingml/2006/main">
            <a:r>
              <a:t/>
            </a:r>
          </a:p>
          <a:p xmlns:a="http://schemas.openxmlformats.org/drawingml/2006/main">
            <a:r>
              <a:t>Test | Current evidence / next measurement</a:t>
            </a:r>
          </a:p>
          <a:p xmlns:a="http://schemas.openxmlformats.org/drawingml/2006/main">
            <a:r>
              <a:t>Motor mapping / mode selection | User confirmed on bench; retain a labelled build record</a:t>
            </a:r>
          </a:p>
          <a:p xmlns:a="http://schemas.openxmlformats.org/drawingml/2006/main">
            <a:r>
              <a:t>RC-loss detection | Message appeared and cleared while disarmed</a:t>
            </a:r>
          </a:p>
          <a:p xmlns:a="http://schemas.openxmlformats.org/drawingml/2006/main">
            <a:r>
              <a:t>GPS / compass | Fix and level-heading verification unresolved</a:t>
            </a:r>
          </a:p>
          <a:p xmlns:a="http://schemas.openxmlformats.org/drawingml/2006/main">
            <a:r>
              <a:t>Battery | Plausible 14.95 V once shown; external comparison/current still needed</a:t>
            </a:r>
          </a:p>
          <a:p xmlns:a="http://schemas.openxmlformats.org/drawingml/2006/main">
            <a:r>
              <a:t>AI upload | Software/browser verified; task accuracy unmeasured</a:t>
            </a:r>
          </a:p>
          <a:p xmlns:a="http://schemas.openxmlformats.org/drawingml/2006/main">
            <a:r>
              <a:t>Wireless command / GCS loss | Controlled link-loss response and logs still required</a:t>
            </a:r>
          </a:p>
          <a:p xmlns:a="http://schemas.openxmlformats.org/drawingml/2006/main">
            <a:r>
              <a:t>Manual flight / endurance | Stable hover, vibration, power and duration not demonstrated here</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discriminating check before changing parameters</a:t>
            </a:r>
          </a:p>
          <a:p xmlns:a="http://schemas.openxmlformats.org/drawingml/2006/main">
            <a:r>
              <a:t/>
            </a:r>
          </a:p>
          <a:p xmlns:a="http://schemas.openxmlformats.org/drawingml/2006/main">
            <a:r>
              <a:t>GPS: distinguish no receiver data from a detected receiver with poor fix. Confirm stable supply, TX/RX crossing, UART5 assignment and fresh GPS telemetry; then test antenna-up outdoors away from interference. Obtain satellite count/fix/accuracy rather than relying on LED colors. A compass can be detected while GPS serial data is still wrong.</a:t>
            </a:r>
          </a:p>
          <a:p xmlns:a="http://schemas.openxmlformats.org/drawingml/2006/main">
            <a:r>
              <a:t/>
            </a:r>
          </a:p>
          <a:p xmlns:a="http://schemas.openxmlformats.org/drawingml/2006/main">
            <a:r>
              <a:t>Battery: USB-only near-zero pack voltage is expected when the battery input is unpowered. With a pack connected, compare against a meter/charger before adjusting scale. A low-arming-voltage error is not a reason to bypass arming checks. Radio: verify ELRS connection, moving channel bars and the transition into/out of failsafe.</a:t>
            </a:r>
          </a:p>
          <a:p xmlns:a="http://schemas.openxmlformats.org/drawingml/2006/main">
            <a:r>
              <a:t/>
            </a:r>
          </a:p>
          <a:p xmlns:a="http://schemas.openxmlformats.org/drawingml/2006/main">
            <a:r>
              <a:t>Laptop/video: close competing applications before opening a COM port or camera. Check the exact RF video frequency, capture standard, data cable and driver. An HDMI-only adapter does not accept composite video. AI: verify dependencies, local weights/checksums, source decodability and warm-up status; test the lightweight model if processing cannot keep up.</a:t>
            </a:r>
          </a:p>
          <a:p xmlns:a="http://schemas.openxmlformats.org/drawingml/2006/main">
            <a:r>
              <a:t/>
            </a:r>
          </a:p>
          <a:p xmlns:a="http://schemas.openxmlformats.org/drawingml/2006/main">
            <a:r>
              <a:t>Preserve one known-good baseline and change one variable per diagnostic step.</a:t>
            </a:r>
          </a:p>
          <a:p xmlns:a="http://schemas.openxmlformats.org/drawingml/2006/main">
            <a:r>
              <a:t/>
            </a:r>
          </a:p>
          <a:p xmlns:a="http://schemas.openxmlformats.org/drawingml/2006/main">
            <a:r>
              <a:t>Use current STATUSTEXT and FC logs; old UI messages can outlast a transient condition.</a:t>
            </a:r>
          </a:p>
          <a:p xmlns:a="http://schemas.openxmlformats.org/drawingml/2006/main">
            <a:r>
              <a:t/>
            </a:r>
          </a:p>
          <a:p xmlns:a="http://schemas.openxmlformats.org/drawingml/2006/main">
            <a:r>
              <a:t>Do not infer a live GPS position from map centering or cached coordinates.</a:t>
            </a:r>
          </a:p>
          <a:p xmlns:a="http://schemas.openxmlformats.org/drawingml/2006/main">
            <a:r>
              <a:t/>
            </a:r>
          </a:p>
          <a:p xmlns:a="http://schemas.openxmlformats.org/drawingml/2006/main">
            <a:r>
              <a:t>S03 | Flywoo: GOKU GM10 Mini V3 GPS specifications | https://flywoo.net/products/goku-gm10-mini-v3-gps</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Feasible additions and their boundaries</a:t>
            </a:r>
          </a:p>
          <a:p xmlns:a="http://schemas.openxmlformats.org/drawingml/2006/main">
            <a:r>
              <a:t/>
            </a:r>
          </a:p>
          <a:p xmlns:a="http://schemas.openxmlformats.org/drawingml/2006/main">
            <a:r>
              <a:t>The easiest software additions are operator-confirmed incident status, priority, notes, revisits and a mission evidence report. A future coverage view should state its assumptions; the aircraft track alone does not prove the camera observed every point in a search area.</a:t>
            </a:r>
          </a:p>
          <a:p xmlns:a="http://schemas.openxmlformats.org/drawingml/2006/main">
            <a:r>
              <a:t/>
            </a:r>
          </a:p>
          <a:p xmlns:a="http://schemas.openxmlformats.org/drawingml/2006/main">
            <a:r>
              <a:t>A small prerecorded-announcement prototype could use ESP32/XIAO, DFPlayer Mini, storage and a lightweight speaker. An alternative is an I2S amplifier with an ESP32S3. Send a selected message ID over a separately engineered command path rather than trying to stream voice through the existing telemetry link. Measure intelligibility against propeller noise and verify regulator/payload margin.</a:t>
            </a:r>
          </a:p>
          <a:p xmlns:a="http://schemas.openxmlformats.org/drawingml/2006/main">
            <a:r>
              <a:t/>
            </a:r>
          </a:p>
          <a:p xmlns:a="http://schemas.openxmlformats.org/drawingml/2006/main">
            <a:r>
              <a:t>A stationary ground SOS unit avoids adding aircraft mass and can use a button, acknowledgement light and optional microphone. Marker release or supply delivery would need payload/thrust, release-output and safe-drop testing. None of these add-ons are installed or integrated in the current application.</a:t>
            </a:r>
          </a:p>
          <a:p xmlns:a="http://schemas.openxmlformats.org/drawingml/2006/main">
            <a:r>
              <a:t/>
            </a:r>
          </a:p>
          <a:p xmlns:a="http://schemas.openxmlformats.org/drawingml/2006/main">
            <a:r>
              <a:t>Prioritize incident workflow before extra airborne payload.</a:t>
            </a:r>
          </a:p>
          <a:p xmlns:a="http://schemas.openxmlformats.org/drawingml/2006/main">
            <a:r>
              <a:t/>
            </a:r>
          </a:p>
          <a:p xmlns:a="http://schemas.openxmlformats.org/drawingml/2006/main">
            <a:r>
              <a:t>Treat long-range Wi-Fi, airborne speech recognition and live two-way audio as research tasks.</a:t>
            </a:r>
          </a:p>
          <a:p xmlns:a="http://schemas.openxmlformats.org/drawingml/2006/main">
            <a:r>
              <a:t/>
            </a:r>
          </a:p>
          <a:p xmlns:a="http://schemas.openxmlformats.org/drawingml/2006/main">
            <a:r>
              <a:t>Document each proposed addition separately from the confirmed build.</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S15 | DFRobot: DFPlayer Mini audio module | https://www.dfrobot.com/product-1121.html/</a:t>
            </a:r>
          </a:p>
          <a:p xmlns:a="http://schemas.openxmlformats.org/drawingml/2006/main">
            <a:r>
              <a:t/>
            </a:r>
          </a:p>
          <a:p xmlns:a="http://schemas.openxmlformats.org/drawingml/2006/main">
            <a:r>
              <a:t>S16 | Seeed Studio: XIAO ESP32S3 family | https://wiki.seeedstudio.com/xiao_esp32s3_getting_started/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design without overstating capability</a:t>
            </a:r>
          </a:p>
          <a:p xmlns:a="http://schemas.openxmlformats.org/drawingml/2006/main">
            <a:r>
              <a:t/>
            </a:r>
          </a:p>
          <a:p xmlns:a="http://schemas.openxmlformats.org/drawingml/2006/main">
            <a:r>
              <a:t>Current limits: unresolved physical GPS readiness, unverified end-to-end live video acquisition, no onboard mission upload, no automatic arming/takeoff/landing, no obstacle avoidance, no exact victim geolocation and no validated rescue-scene accuracy benchmark. AI candidates require human review. A smartphone/ESP32 addition does not remove those limits.</a:t>
            </a:r>
          </a:p>
          <a:p xmlns:a="http://schemas.openxmlformats.org/drawingml/2006/main">
            <a:r>
              <a:t/>
            </a:r>
          </a:p>
          <a:p xmlns:a="http://schemas.openxmlformats.org/drawingml/2006/main">
            <a:r>
              <a:t>AIO means all-in-one board; FC is flight controller; ESC is electronic speed controller; GCS is ground control station; GNSS is satellite navigation; EKF is the state estimator; UART is a serial interface; MAVLink is a message protocol; ELRS is the RC/RF ecosystem; VTX/VRX are video transmitter/receiver; OSD is an image overlay; UVC is a USB video-device interface.</a:t>
            </a:r>
          </a:p>
          <a:p xmlns:a="http://schemas.openxmlformats.org/drawingml/2006/main">
            <a:r>
              <a:t/>
            </a:r>
          </a:p>
          <a:p xmlns:a="http://schemas.openxmlformats.org/drawingml/2006/main">
            <a:r>
              <a:t>Why both Mission Planner and our app? Mission Planner commissions and diagnoses the FC; our app adds search/vision/incident workflows. Where does AI run? On the laptop. Why separate video and telemetry? They use different sensors, links and interfaces. Why does GPS matter? Current GUIDED navigation uses position/heading feedback. Why is a person box not a coordinate? Projection needs calibrated geometry, synchronized pose and terrain/ranging.</a:t>
            </a:r>
          </a:p>
          <a:p xmlns:a="http://schemas.openxmlformats.org/drawingml/2006/main">
            <a:r>
              <a:t/>
            </a:r>
          </a:p>
          <a:p xmlns:a="http://schemas.openxmlformats.org/drawingml/2006/main">
            <a:r>
              <a:t>S11 | Application repository | https://github.com/rithinreddy0/aero-ground-station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implementation details to project evidence and primary documentation</a:t>
            </a:r>
          </a:p>
          <a:p xmlns:a="http://schemas.openxmlformats.org/drawingml/2006/main">
            <a:r>
              <a:t/>
            </a:r>
          </a:p>
          <a:p xmlns:a="http://schemas.openxmlformats.org/drawingml/2006/main">
            <a:r>
              <a:t>Primary evidence: this project conversation, its screenshots and user-reported bench results; the hello123 parameter export and later commissioning patches; the application Python/JavaScript source; docs/COMMISSIONING.md and docs/AURA_INTEGRATION.md; the 16 October software verification record.</a:t>
            </a:r>
          </a:p>
          <a:p xmlns:a="http://schemas.openxmlformats.org/drawingml/2006/main">
            <a:r>
              <a:t/>
            </a:r>
          </a:p>
          <a:p xmlns:a="http://schemas.openxmlformats.org/drawingml/2006/main">
            <a:r>
              <a:t>Documentation assembled on 26 October 2026. Board wiring and firmware behavior must be checked against the exact installed revision. Source links are references, not evidence that the documented hardware was purchased or that all optional firmware features are available. Keep a post-reboot FC export and measured acceptance record with the final report.</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
            </a:r>
          </a:p>
          <a:p xmlns:a="http://schemas.openxmlformats.org/drawingml/2006/main">
            <a:r>
              <a:t>S02 | ExpressLRS: native MAVLink setup and laptop bridging | https://www.expresslrs.org/software/mavlink/</a:t>
            </a:r>
          </a:p>
          <a:p xmlns:a="http://schemas.openxmlformats.org/drawingml/2006/main">
            <a:r>
              <a:t/>
            </a:r>
          </a:p>
          <a:p xmlns:a="http://schemas.openxmlformats.org/drawingml/2006/main">
            <a:r>
              <a:t>S03 | Flywoo: GOKU GM10 Mini V3 GPS specifications | https://flywoo.net/products/goku-gm10-mini-v3-gps</a:t>
            </a:r>
          </a:p>
          <a:p xmlns:a="http://schemas.openxmlformats.org/drawingml/2006/main">
            <a:r>
              <a:t/>
            </a:r>
          </a:p>
          <a:p xmlns:a="http://schemas.openxmlformats.org/drawingml/2006/main">
            <a:r>
              <a:t>S04 | ArduPilot: Guided movement command frames and masks | https://ardupilot.org/dev/docs/copter-commands-in-guided-mode.html</a:t>
            </a:r>
          </a:p>
          <a:p xmlns:a="http://schemas.openxmlformats.org/drawingml/2006/main">
            <a:r>
              <a:t/>
            </a:r>
          </a:p>
          <a:p xmlns:a="http://schemas.openxmlformats.org/drawingml/2006/main">
            <a:r>
              <a:t>S05 | ArduPilot: GCS failsafe | https://ardupilot.org/copter/docs/gcs-failsafe.html</a:t>
            </a:r>
          </a:p>
          <a:p xmlns:a="http://schemas.openxmlformats.org/drawingml/2006/main">
            <a:r>
              <a:t/>
            </a:r>
          </a:p>
          <a:p xmlns:a="http://schemas.openxmlformats.org/drawingml/2006/main">
            <a:r>
              <a:t>S06 | ArduPilot: radio failsafe | https://ardupilot.org/copter/docs/radio-failsafe.html</a:t>
            </a:r>
          </a:p>
          <a:p xmlns:a="http://schemas.openxmlformats.org/drawingml/2006/main">
            <a:r>
              <a:t/>
            </a:r>
          </a:p>
          <a:p xmlns:a="http://schemas.openxmlformats.org/drawingml/2006/main">
            <a:r>
              <a:t>S07 | ArduPilot: battery failsafe | https://ardupilot.org/copter/docs/failsafe-battery.html</a:t>
            </a:r>
          </a:p>
          <a:p xmlns:a="http://schemas.openxmlformats.org/drawingml/2006/main">
            <a:r>
              <a:t/>
            </a:r>
          </a:p>
          <a:p xmlns:a="http://schemas.openxmlformats.org/drawingml/2006/main">
            <a:r>
              <a:t>S08 | ArduPilot: motor connection and motor-test diagrams | https://ardupilot.org/copter/docs/connect-escs-and-motors.html</a:t>
            </a:r>
          </a:p>
          <a:p xmlns:a="http://schemas.openxmlformats.org/drawingml/2006/main">
            <a:r>
              <a:t/>
            </a:r>
          </a:p>
          <a:p xmlns:a="http://schemas.openxmlformats.org/drawingml/2006/main">
            <a:r>
              <a:t>S09 | ArduPilot: radio mode-switch configuration | https://ardupilot.org/copter/docs/common-rc-transmitter-flight-mode-configuration.html</a:t>
            </a:r>
          </a:p>
          <a:p xmlns:a="http://schemas.openxmlformats.org/drawingml/2006/main">
            <a:r>
              <a:t/>
            </a:r>
          </a:p>
          <a:p xmlns:a="http://schemas.openxmlformats.org/drawingml/2006/main">
            <a:r>
              <a:t>S10 | MAVLink: common message definitions | https://mavlink.io/en/messages/common.html</a:t>
            </a:r>
          </a:p>
          <a:p xmlns:a="http://schemas.openxmlformats.org/drawingml/2006/main">
            <a:r>
              <a:t/>
            </a:r>
          </a:p>
          <a:p xmlns:a="http://schemas.openxmlformats.org/drawingml/2006/main">
            <a:r>
              <a:t>S11 | Application repository | https://github.com/rithinreddy0/aero-ground-station</a:t>
            </a:r>
          </a:p>
          <a:p xmlns:a="http://schemas.openxmlformats.org/drawingml/2006/main">
            <a:r>
              <a:t/>
            </a:r>
          </a:p>
          <a:p xmlns:a="http://schemas.openxmlformats.org/drawingml/2006/main">
            <a:r>
              <a:t>S12 | Team AURA source, pinned integration revision | https://github.com/7-Azhar/major_project/tree/d50829119b598e5b32b352f384fdd25aca367f08</a:t>
            </a:r>
          </a:p>
          <a:p xmlns:a="http://schemas.openxmlformats.org/drawingml/2006/main">
            <a:r>
              <a:t/>
            </a:r>
          </a:p>
          <a:p xmlns:a="http://schemas.openxmlformats.org/drawingml/2006/main">
            <a:r>
              <a:t>S13 | RC805 candidate receiver specification | https://rcmumbai.com/products/rc-805-5-8ghz-8-channel-av-receiver</a:t>
            </a:r>
          </a:p>
          <a:p xmlns:a="http://schemas.openxmlformats.org/drawingml/2006/main">
            <a:r>
              <a:t/>
            </a:r>
          </a:p>
          <a:p xmlns:a="http://schemas.openxmlformats.org/drawingml/2006/main">
            <a:r>
              <a:t>S14 | EasyCAP candidate capture-adapter specification | https://probots.co.in/easycap-a072-usb-2-0-audio-video-capture-adapter.html</a:t>
            </a:r>
          </a:p>
          <a:p xmlns:a="http://schemas.openxmlformats.org/drawingml/2006/main">
            <a:r>
              <a:t/>
            </a:r>
          </a:p>
          <a:p xmlns:a="http://schemas.openxmlformats.org/drawingml/2006/main">
            <a:r>
              <a:t>S15 | DFRobot: DFPlayer Mini audio module | https://www.dfrobot.com/product-1121.html/</a:t>
            </a:r>
          </a:p>
          <a:p xmlns:a="http://schemas.openxmlformats.org/drawingml/2006/main">
            <a:r>
              <a:t/>
            </a:r>
          </a:p>
          <a:p xmlns:a="http://schemas.openxmlformats.org/drawingml/2006/main">
            <a:r>
              <a:t>S16 | Seeed Studio: XIAO ESP32S3 family | https://wiki.seeedstudio.com/xiao_esp32s3_getting_started/</a:t>
            </a:r>
          </a:p>
          <a:p xmlns:a="http://schemas.openxmlformats.org/drawingml/2006/main">
            <a:r>
              <a:t/>
            </a:r>
          </a:p>
          <a:p xmlns:a="http://schemas.openxmlformats.org/drawingml/2006/main">
            <a:r>
              <a:t>S17 | SpeedyBee manufacturer board manual | https://spcdn.speedybee.cn/cdn/58507926851031040.pdf</a:t>
            </a:r>
          </a:p>
          <a:p xmlns:a="http://schemas.openxmlformats.org/drawingml/2006/main">
            <a:r>
              <a:t/>
            </a:r>
          </a:p>
          <a:p xmlns:a="http://schemas.openxmlformats.org/drawingml/2006/main">
            <a:r>
              <a:t>S18 | ArduPilot: initial flight tuning | https://ardupilot.org/copter/docs/setting-up-for-tuning.html</a:t>
            </a:r>
          </a:p>
          <a:p xmlns:a="http://schemas.openxmlformats.org/drawingml/2006/main">
            <a:r>
              <a:t/>
            </a:r>
          </a:p>
          <a:p xmlns:a="http://schemas.openxmlformats.org/drawingml/2006/main">
            <a:r>
              <a:t>S01 | ArduPilot: SpeedyBee F405 AIO board support | https://ardupilot.org/copter/docs/common-speedybeef405aio.html</a:t>
            </a:r>
          </a:p>
          <a:p xmlns:a="http://schemas.openxmlformats.org/drawingml/2006/main">
            <a:r>
              <a:t>S02 | ExpressLRS: native MAVLink setup and laptop bridging | https://www.expresslrs.org/software/mavlink/</a:t>
            </a:r>
          </a:p>
          <a:p xmlns:a="http://schemas.openxmlformats.org/drawingml/2006/main">
            <a:r>
              <a:t>S03 | Flywoo: GOKU GM10 Mini V3 GPS specifications | https://flywoo.net/products/goku-gm10-mini-v3-gps</a:t>
            </a:r>
          </a:p>
          <a:p xmlns:a="http://schemas.openxmlformats.org/drawingml/2006/main">
            <a:r>
              <a:t>S04 | ArduPilot: Guided movement command frames and masks | https://ardupilot.org/dev/docs/copter-commands-in-guided-mode.html</a:t>
            </a:r>
          </a:p>
          <a:p xmlns:a="http://schemas.openxmlformats.org/drawingml/2006/main">
            <a:r>
              <a:t>S05 | ArduPilot: GCS failsafe | https://ardupilot.org/copter/docs/gcs-failsafe.html</a:t>
            </a:r>
          </a:p>
          <a:p xmlns:a="http://schemas.openxmlformats.org/drawingml/2006/main">
            <a:r>
              <a:t>S06 | ArduPilot: radio failsafe | https://ardupilot.org/copter/docs/radio-failsafe.html</a:t>
            </a:r>
          </a:p>
          <a:p xmlns:a="http://schemas.openxmlformats.org/drawingml/2006/main">
            <a:r>
              <a:t>S07 | ArduPilot: battery failsafe | https://ardupilot.org/copter/docs/failsafe-battery.html</a:t>
            </a:r>
          </a:p>
          <a:p xmlns:a="http://schemas.openxmlformats.org/drawingml/2006/main">
            <a:r>
              <a:t>S08 | ArduPilot: motor connection and motor-test diagrams | https://ardupilot.org/copter/docs/connect-escs-and-motors.html</a:t>
            </a:r>
          </a:p>
          <a:p xmlns:a="http://schemas.openxmlformats.org/drawingml/2006/main">
            <a:r>
              <a:t>S09 | ArduPilot: radio mode-switch configuration | https://ardupilot.org/copter/docs/common-rc-transmitter-flight-mode-configuration.html</a:t>
            </a:r>
          </a:p>
          <a:p xmlns:a="http://schemas.openxmlformats.org/drawingml/2006/main">
            <a:r>
              <a:t>S10 | MAVLink: common message definitions | https://mavlink.io/en/messages/common.html</a:t>
            </a:r>
          </a:p>
          <a:p xmlns:a="http://schemas.openxmlformats.org/drawingml/2006/main">
            <a:r>
              <a:t>S11 | Application repository | https://github.com/rithinreddy0/aero-ground-station</a:t>
            </a:r>
          </a:p>
          <a:p xmlns:a="http://schemas.openxmlformats.org/drawingml/2006/main">
            <a:r>
              <a:t>S12 | Team AURA source, pinned integration revision | https://github.com/7-Azhar/major_project/tree/d50829119b598e5b32b352f384fdd25aca367f08</a:t>
            </a:r>
          </a:p>
          <a:p xmlns:a="http://schemas.openxmlformats.org/drawingml/2006/main">
            <a:r>
              <a:t>S13 | RC805 candidate receiver specification | https://rcmumbai.com/products/rc-805-5-8ghz-8-channel-av-receiver</a:t>
            </a:r>
          </a:p>
          <a:p xmlns:a="http://schemas.openxmlformats.org/drawingml/2006/main">
            <a:r>
              <a:t>S14 | EasyCAP candidate capture-adapter specification | https://probots.co.in/easycap-a072-usb-2-0-audio-video-capture-adapter.html</a:t>
            </a:r>
          </a:p>
          <a:p xmlns:a="http://schemas.openxmlformats.org/drawingml/2006/main">
            <a:r>
              <a:t>S15 | DFRobot: DFPlayer Mini audio module | https://www.dfrobot.com/product-1121.html/</a:t>
            </a:r>
          </a:p>
          <a:p xmlns:a="http://schemas.openxmlformats.org/drawingml/2006/main">
            <a:r>
              <a:t>S16 | Seeed Studio: XIAO ESP32S3 family | https://wiki.seeedstudio.com/xiao_esp32s3_getting_started/</a:t>
            </a:r>
          </a:p>
          <a:p xmlns:a="http://schemas.openxmlformats.org/drawingml/2006/main">
            <a:r>
              <a:t>S17 | SpeedyBee manufacturer board manual | https://spcdn.speedybee.cn/cdn/58507926851031040.pdf</a:t>
            </a:r>
          </a:p>
          <a:p xmlns:a="http://schemas.openxmlformats.org/drawingml/2006/main">
            <a:r>
              <a:t>S18 | ArduPilot: initial flight tuning | https://ardupilot.org/copter/docs/setting-up-for-tuning.html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371530efdb49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b3d6f9cfa140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bcceee425c49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87906bdbf14b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aa59381b2441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130a4d95a04e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599B0A-D141-4962-BB9E-E0F4465594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79F645-23E9-4118-B34A-BF887DC73E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5FEB34-D242-4474-9F1D-FDF7379BD2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3BE922-4CD3-478B-B2EE-BE5E787CC3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0AA5D7-36A8-4DC9-8DF8-9B7AD39642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B9C2FA-3646-48FA-BABA-6E001CD20A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E721E1-D3BC-4AAF-9EC2-1D7A1D382A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E3E829-0626-4ADF-ACDA-626FB6C980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F2E720-8CBD-493E-8083-3ECF0F393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894ACB-1B5F-4FEE-96AC-D3E6BAFCB5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b61b119fa24b23" /><Relationship Type="http://schemas.openxmlformats.org/officeDocument/2006/relationships/slideLayout" Target="/ppt/slideLayouts/slideLayout1.xml" Id="R261587f0417b4fb8" /><Relationship Type="http://schemas.openxmlformats.org/officeDocument/2006/relationships/slideLayout" Target="/ppt/slideLayouts/slideLayout2.xml" Id="R33858b1493f840d7" /><Relationship Type="http://schemas.openxmlformats.org/officeDocument/2006/relationships/slideLayout" Target="/ppt/slideLayouts/slideLayout3.xml" Id="R39aea9e9db5946e1" /><Relationship Type="http://schemas.openxmlformats.org/officeDocument/2006/relationships/slideLayout" Target="/ppt/slideLayouts/slideLayout4.xml" Id="Re7e0a924bd5f4c30" /><Relationship Type="http://schemas.openxmlformats.org/officeDocument/2006/relationships/slideLayout" Target="/ppt/slideLayouts/slideLayout5.xml" Id="R3769b7150a1340c4" /><Relationship Type="http://schemas.openxmlformats.org/officeDocument/2006/relationships/slideLayout" Target="/ppt/slideLayouts/slideLayout6.xml" Id="R86ee2ac304f345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1587f0417b4fb8"/>
    <p:sldLayoutId xmlns:r="http://schemas.openxmlformats.org/officeDocument/2006/relationships" id="2147483650" r:id="R33858b1493f840d7"/>
    <p:sldLayoutId xmlns:r="http://schemas.openxmlformats.org/officeDocument/2006/relationships" id="2147483651" r:id="R39aea9e9db5946e1"/>
    <p:sldLayoutId xmlns:r="http://schemas.openxmlformats.org/officeDocument/2006/relationships" id="2147483652" r:id="Re7e0a924bd5f4c30"/>
    <p:sldLayoutId xmlns:r="http://schemas.openxmlformats.org/officeDocument/2006/relationships" id="2147483653" r:id="R3769b7150a1340c4"/>
    <p:sldLayoutId xmlns:r="http://schemas.openxmlformats.org/officeDocument/2006/relationships" id="2147483654" r:id="R86ee2ac304f345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2b165237024685" /><Relationship Type="http://schemas.openxmlformats.org/officeDocument/2006/relationships/notesSlide" Target="/ppt/notesSlides/notesSlide1.xml" Id="R0ab7b6a8661a44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7b96bdb6534165" /><Relationship Type="http://schemas.openxmlformats.org/officeDocument/2006/relationships/notesSlide" Target="/ppt/notesSlides/notesSlide2.xml" Id="Rfbbfc2434ae042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07f4bbc1c84c11" /><Relationship Type="http://schemas.openxmlformats.org/officeDocument/2006/relationships/notesSlide" Target="/ppt/notesSlides/notesSlide3.xml" Id="Rc17b887520b447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c5e44e1bcc4e4b" /><Relationship Type="http://schemas.openxmlformats.org/officeDocument/2006/relationships/notesSlide" Target="/ppt/notesSlides/notesSlide4.xml" Id="Reca322584c884d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e48005705748e9" /><Relationship Type="http://schemas.openxmlformats.org/officeDocument/2006/relationships/notesSlide" Target="/ppt/notesSlides/notesSlide5.xml" Id="R364a70df75d542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bb03223d664ac2" /><Relationship Type="http://schemas.openxmlformats.org/officeDocument/2006/relationships/notesSlide" Target="/ppt/notesSlides/notesSlide6.xml" Id="R323a8ebf438942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7c89c4ad4944ac" /><Relationship Type="http://schemas.openxmlformats.org/officeDocument/2006/relationships/notesSlide" Target="/ppt/notesSlides/notesSlide7.xml" Id="Rba5ddd3fdd1840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c61c8a997f4bdb" /><Relationship Type="http://schemas.openxmlformats.org/officeDocument/2006/relationships/notesSlide" Target="/ppt/notesSlides/notesSlide8.xml" Id="R6b0a413d87d844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df0151a63d4793" /><Relationship Type="http://schemas.openxmlformats.org/officeDocument/2006/relationships/notesSlide" Target="/ppt/notesSlides/notesSlide9.xml" Id="R0d82816c22c045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2cffbbb68c4b2f" /><Relationship Type="http://schemas.openxmlformats.org/officeDocument/2006/relationships/notesSlide" Target="/ppt/notesSlides/notesSlide10.xml" Id="R5e9a9c87b0b04f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ab1dc8bb704531" /><Relationship Type="http://schemas.openxmlformats.org/officeDocument/2006/relationships/notesSlide" Target="/ppt/notesSlides/notesSlide11.xml" Id="Rb912797d9ff34e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e893e4dc0c4e0c" /><Relationship Type="http://schemas.openxmlformats.org/officeDocument/2006/relationships/notesSlide" Target="/ppt/notesSlides/notesSlide12.xml" Id="Rc7c2a4aab4734e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7e6e614d2794284" /><Relationship Type="http://schemas.openxmlformats.org/officeDocument/2006/relationships/notesSlide" Target="/ppt/notesSlides/notesSlide13.xml" Id="Re78fe302129b45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1ee02112d44c9d" /><Relationship Type="http://schemas.openxmlformats.org/officeDocument/2006/relationships/notesSlide" Target="/ppt/notesSlides/notesSlide14.xml" Id="R87c73fa26baf4c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389b6c6d4b4bc3" /><Relationship Type="http://schemas.openxmlformats.org/officeDocument/2006/relationships/notesSlide" Target="/ppt/notesSlides/notesSlide15.xml" Id="R69b0c5be11b84a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8fb6929e7a94a1f" /><Relationship Type="http://schemas.openxmlformats.org/officeDocument/2006/relationships/notesSlide" Target="/ppt/notesSlides/notesSlide16.xml" Id="R0abd3c25260e48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d695ede12cc4f75" /><Relationship Type="http://schemas.openxmlformats.org/officeDocument/2006/relationships/notesSlide" Target="/ppt/notesSlides/notesSlide17.xml" Id="R23c29f9266a543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aa4cd983ef45c2" /><Relationship Type="http://schemas.openxmlformats.org/officeDocument/2006/relationships/notesSlide" Target="/ppt/notesSlides/notesSlide18.xml" Id="R3bb98775166248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56d780c2d564bf6" /><Relationship Type="http://schemas.openxmlformats.org/officeDocument/2006/relationships/notesSlide" Target="/ppt/notesSlides/notesSlide19.xml" Id="R2b9f444ab2524b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7fa83d4da6e435d" /><Relationship Type="http://schemas.openxmlformats.org/officeDocument/2006/relationships/notesSlide" Target="/ppt/notesSlides/notesSlide20.xml" Id="R970e184872d742e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02f79bcd86d4136" /><Relationship Type="http://schemas.openxmlformats.org/officeDocument/2006/relationships/notesSlide" Target="/ppt/notesSlides/notesSlide21.xml" Id="Rd0545bbb1aca48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4b8f4b5969b48b5" /><Relationship Type="http://schemas.openxmlformats.org/officeDocument/2006/relationships/notesSlide" Target="/ppt/notesSlides/notesSlide22.xml" Id="Rc61e3456c52b47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4c9a6edad7c4df2" /><Relationship Type="http://schemas.openxmlformats.org/officeDocument/2006/relationships/notesSlide" Target="/ppt/notesSlides/notesSlide23.xml" Id="R4e060165583d44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6e7c82d3dcc4181" /><Relationship Type="http://schemas.openxmlformats.org/officeDocument/2006/relationships/notesSlide" Target="/ppt/notesSlides/notesSlide24.xml" Id="R5c786dffc96449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fc8bc5a5ad445f7" /><Relationship Type="http://schemas.openxmlformats.org/officeDocument/2006/relationships/notesSlide" Target="/ppt/notesSlides/notesSlide25.xml" Id="Rf800a078ac934d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14f7a69ff4441e5" /><Relationship Type="http://schemas.openxmlformats.org/officeDocument/2006/relationships/notesSlide" Target="/ppt/notesSlides/notesSlide26.xml" Id="R38d3eb9bc35344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a95a8088ccb4658" /><Relationship Type="http://schemas.openxmlformats.org/officeDocument/2006/relationships/notesSlide" Target="/ppt/notesSlides/notesSlide27.xml" Id="R6dda0e38354543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d01fd07ea4c4fc8" /><Relationship Type="http://schemas.openxmlformats.org/officeDocument/2006/relationships/notesSlide" Target="/ppt/notesSlides/notesSlide28.xml" Id="R10b1c277ae6944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fc13de3292f4fc5" /><Relationship Type="http://schemas.openxmlformats.org/officeDocument/2006/relationships/notesSlide" Target="/ppt/notesSlides/notesSlide29.xml" Id="Ref0c8424e576456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a1c594ef6a74e68" /><Relationship Type="http://schemas.openxmlformats.org/officeDocument/2006/relationships/notesSlide" Target="/ppt/notesSlides/notesSlide30.xml" Id="R2538e8c0c658405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92f0fc959c14b0b" /><Relationship Type="http://schemas.openxmlformats.org/officeDocument/2006/relationships/notesSlide" Target="/ppt/notesSlides/notesSlide31.xml" Id="R26513f9fcb0b48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dee12e5d3c24d69" /><Relationship Type="http://schemas.openxmlformats.org/officeDocument/2006/relationships/notesSlide" Target="/ppt/notesSlides/notesSlide32.xml" Id="R56a6ecf39d5c4f0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bd076d217b84d1b" /><Relationship Type="http://schemas.openxmlformats.org/officeDocument/2006/relationships/notesSlide" Target="/ppt/notesSlides/notesSlide33.xml" Id="R616ea7315ece4fe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660ce98c1394845" /><Relationship Type="http://schemas.openxmlformats.org/officeDocument/2006/relationships/notesSlide" Target="/ppt/notesSlides/notesSlide34.xml" Id="R7945943145aa4c5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86f6183b818449a" /><Relationship Type="http://schemas.openxmlformats.org/officeDocument/2006/relationships/notesSlide" Target="/ppt/notesSlides/notesSlide35.xml" Id="R3c6c0ad0f5a7456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5a5fd5f3b124317" /><Relationship Type="http://schemas.openxmlformats.org/officeDocument/2006/relationships/notesSlide" Target="/ppt/notesSlides/notesSlide36.xml" Id="Ra748a72df97c4e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0573b0eec504dcf" /><Relationship Type="http://schemas.openxmlformats.org/officeDocument/2006/relationships/notesSlide" Target="/ppt/notesSlides/notesSlide37.xml" Id="R07ce6c12d8084b8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45d00ec58c94c89" /><Relationship Type="http://schemas.openxmlformats.org/officeDocument/2006/relationships/notesSlide" Target="/ppt/notesSlides/notesSlide38.xml" Id="R12b1f7bbd9014093" /></Relationships>
</file>

<file path=ppt/slides/slide1.xml><?xml version="1.0" encoding="utf-8"?>
<p:sld xmlns:p="http://schemas.openxmlformats.org/presentationml/2006/main">
  <p:cSld>
    <p:bg>
      <p:bgPr>
        <a:solidFill xmlns:a="http://schemas.openxmlformats.org/drawingml/2006/main">
          <a:srgbClr val="132C46"/>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980DBA80-F840-437D-A750-7E70C9EAF2C0}"/>
              </a:ext>
            </a:extLst>
          </p:cNvPr>
          <p:cNvSpPr>
            <a:spLocks xmlns:a="http://schemas.openxmlformats.org/drawingml/2006/main" noGrp="1"/>
          </p:cNvSpPr>
          <p:nvPr/>
        </p:nvSpPr>
        <p:spPr>
          <a:xfrm xmlns:a="http://schemas.openxmlformats.org/drawingml/2006/main">
            <a:off x="685800" y="7048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1">
                <a:solidFill>
                  <a:srgbClr val="6DD5DD"/>
                </a:solidFill>
                <a:latin typeface="Arial"/>
                <a:ea typeface="Arial"/>
                <a:cs typeface="Arial"/>
              </a:defRPr>
            </a:defPPr>
            <a:lvl1pPr algn="l">
              <a:defRPr sz="1500" b="1">
                <a:solidFill>
                  <a:srgbClr val="6DD5DD"/>
                </a:solidFill>
                <a:latin typeface="Arial"/>
                <a:ea typeface="Arial"/>
                <a:cs typeface="Arial"/>
              </a:defRPr>
            </a:lvl1pPr>
            <a:lvl2pPr algn="l">
              <a:defRPr sz="1500" b="1">
                <a:solidFill>
                  <a:srgbClr val="6DD5DD"/>
                </a:solidFill>
                <a:latin typeface="Arial"/>
                <a:ea typeface="Arial"/>
                <a:cs typeface="Arial"/>
              </a:defRPr>
            </a:lvl2pPr>
            <a:lvl3pPr algn="l">
              <a:defRPr sz="1500" b="1">
                <a:solidFill>
                  <a:srgbClr val="6DD5DD"/>
                </a:solidFill>
                <a:latin typeface="Arial"/>
                <a:ea typeface="Arial"/>
                <a:cs typeface="Arial"/>
              </a:defRPr>
            </a:lvl3pPr>
            <a:lvl4pPr algn="l">
              <a:defRPr sz="1500" b="1">
                <a:solidFill>
                  <a:srgbClr val="6DD5DD"/>
                </a:solidFill>
                <a:latin typeface="Arial"/>
                <a:ea typeface="Arial"/>
                <a:cs typeface="Arial"/>
              </a:defRPr>
            </a:lvl4pPr>
            <a:lvl5pPr algn="l">
              <a:defRPr sz="1500" b="1">
                <a:solidFill>
                  <a:srgbClr val="6DD5DD"/>
                </a:solidFill>
                <a:latin typeface="Arial"/>
                <a:ea typeface="Arial"/>
                <a:cs typeface="Arial"/>
              </a:defRPr>
            </a:lvl5pPr>
            <a:lvl6pPr algn="l">
              <a:defRPr sz="1500" b="1">
                <a:solidFill>
                  <a:srgbClr val="6DD5DD"/>
                </a:solidFill>
                <a:latin typeface="Arial"/>
                <a:ea typeface="Arial"/>
                <a:cs typeface="Arial"/>
              </a:defRPr>
            </a:lvl6pPr>
            <a:lvl7pPr algn="l">
              <a:defRPr sz="1500" b="1">
                <a:solidFill>
                  <a:srgbClr val="6DD5DD"/>
                </a:solidFill>
                <a:latin typeface="Arial"/>
                <a:ea typeface="Arial"/>
                <a:cs typeface="Arial"/>
              </a:defRPr>
            </a:lvl7pPr>
            <a:lvl8pPr algn="l">
              <a:defRPr sz="1500" b="1">
                <a:solidFill>
                  <a:srgbClr val="6DD5DD"/>
                </a:solidFill>
                <a:latin typeface="Arial"/>
                <a:ea typeface="Arial"/>
                <a:cs typeface="Arial"/>
              </a:defRPr>
            </a:lvl8pPr>
            <a:lvl9pPr algn="l">
              <a:defRPr sz="1500" b="1">
                <a:solidFill>
                  <a:srgbClr val="6DD5DD"/>
                </a:solidFill>
                <a:latin typeface="Arial"/>
                <a:ea typeface="Arial"/>
                <a:cs typeface="Arial"/>
              </a:defRPr>
            </a:lvl9pPr>
          </a:lstStyle>
          <a:p xmlns:a="http://schemas.openxmlformats.org/drawingml/2006/main">
            <a:pPr algn="l">
              <a:defRPr sz="1500" b="1">
                <a:solidFill>
                  <a:srgbClr val="6DD5DD"/>
                </a:solidFill>
                <a:latin typeface="Arial"/>
                <a:ea typeface="Arial"/>
                <a:cs typeface="Arial"/>
              </a:defRPr>
            </a:pPr>
            <a:r>
              <a:rPr sz="1500" b="1">
                <a:solidFill>
                  <a:srgbClr val="6DD5DD"/>
                </a:solidFill>
                <a:latin typeface="Arial"/>
                <a:ea typeface="Arial"/>
                <a:cs typeface="Arial"/>
              </a:rPr>
              <a:t>AERO / PROJECT RESOURCE PACK</a:t>
            </a:r>
          </a:p>
        </p:txBody>
      </p:sp>
      <p:sp>
        <p:nvSpPr>
          <p:cNvPr id="3" name="cover-title">
            <a:extLst xmlns:a="http://schemas.openxmlformats.org/drawingml/2006/main">
              <a:ext uri="{FF2B5EF4-FFF2-40B4-BE49-F238E27FC236}">
                <a16:creationId xmlns:a16="http://schemas.microsoft.com/office/drawing/2014/main" id="{5DFE83D7-3125-47FB-8180-A1F56EBEE68F}"/>
              </a:ext>
            </a:extLst>
          </p:cNvPr>
          <p:cNvSpPr>
            <a:spLocks xmlns:a="http://schemas.openxmlformats.org/drawingml/2006/main" noGrp="1"/>
          </p:cNvSpPr>
          <p:nvPr/>
        </p:nvSpPr>
        <p:spPr>
          <a:xfrm xmlns:a="http://schemas.openxmlformats.org/drawingml/2006/main">
            <a:off x="685800" y="1457325"/>
            <a:ext cx="10477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Aero Ground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Station</a:t>
            </a:r>
          </a:p>
        </p:txBody>
      </p:sp>
      <p:sp>
        <p:nvSpPr>
          <p:cNvPr id="4" name="cover-subtitle">
            <a:extLst xmlns:a="http://schemas.openxmlformats.org/drawingml/2006/main">
              <a:ext uri="{FF2B5EF4-FFF2-40B4-BE49-F238E27FC236}">
                <a16:creationId xmlns:a16="http://schemas.microsoft.com/office/drawing/2014/main" id="{142D4735-9792-4DC9-AD6F-F1A7270F5D95}"/>
              </a:ext>
            </a:extLst>
          </p:cNvPr>
          <p:cNvSpPr>
            <a:spLocks xmlns:a="http://schemas.openxmlformats.org/drawingml/2006/main" noGrp="1"/>
          </p:cNvSpPr>
          <p:nvPr/>
        </p:nvSpPr>
        <p:spPr>
          <a:xfrm xmlns:a="http://schemas.openxmlformats.org/drawingml/2006/main">
            <a:off x="723900" y="358140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700" b="0">
                <a:solidFill>
                  <a:srgbClr val="FFFFFF"/>
                </a:solidFill>
                <a:latin typeface="Arial"/>
                <a:ea typeface="Arial"/>
                <a:cs typeface="Arial"/>
              </a:defRPr>
            </a:defPPr>
            <a:lvl1pPr algn="l">
              <a:defRPr sz="2700" b="0">
                <a:solidFill>
                  <a:srgbClr val="FFFFFF"/>
                </a:solidFill>
                <a:latin typeface="Arial"/>
                <a:ea typeface="Arial"/>
                <a:cs typeface="Arial"/>
              </a:defRPr>
            </a:lvl1pPr>
            <a:lvl2pPr algn="l">
              <a:defRPr sz="2700" b="0">
                <a:solidFill>
                  <a:srgbClr val="FFFFFF"/>
                </a:solidFill>
                <a:latin typeface="Arial"/>
                <a:ea typeface="Arial"/>
                <a:cs typeface="Arial"/>
              </a:defRPr>
            </a:lvl2pPr>
            <a:lvl3pPr algn="l">
              <a:defRPr sz="2700" b="0">
                <a:solidFill>
                  <a:srgbClr val="FFFFFF"/>
                </a:solidFill>
                <a:latin typeface="Arial"/>
                <a:ea typeface="Arial"/>
                <a:cs typeface="Arial"/>
              </a:defRPr>
            </a:lvl3pPr>
            <a:lvl4pPr algn="l">
              <a:defRPr sz="2700" b="0">
                <a:solidFill>
                  <a:srgbClr val="FFFFFF"/>
                </a:solidFill>
                <a:latin typeface="Arial"/>
                <a:ea typeface="Arial"/>
                <a:cs typeface="Arial"/>
              </a:defRPr>
            </a:lvl4pPr>
            <a:lvl5pPr algn="l">
              <a:defRPr sz="2700" b="0">
                <a:solidFill>
                  <a:srgbClr val="FFFFFF"/>
                </a:solidFill>
                <a:latin typeface="Arial"/>
                <a:ea typeface="Arial"/>
                <a:cs typeface="Arial"/>
              </a:defRPr>
            </a:lvl5pPr>
            <a:lvl6pPr algn="l">
              <a:defRPr sz="2700" b="0">
                <a:solidFill>
                  <a:srgbClr val="FFFFFF"/>
                </a:solidFill>
                <a:latin typeface="Arial"/>
                <a:ea typeface="Arial"/>
                <a:cs typeface="Arial"/>
              </a:defRPr>
            </a:lvl6pPr>
            <a:lvl7pPr algn="l">
              <a:defRPr sz="2700" b="0">
                <a:solidFill>
                  <a:srgbClr val="FFFFFF"/>
                </a:solidFill>
                <a:latin typeface="Arial"/>
                <a:ea typeface="Arial"/>
                <a:cs typeface="Arial"/>
              </a:defRPr>
            </a:lvl7pPr>
            <a:lvl8pPr algn="l">
              <a:defRPr sz="2700" b="0">
                <a:solidFill>
                  <a:srgbClr val="FFFFFF"/>
                </a:solidFill>
                <a:latin typeface="Arial"/>
                <a:ea typeface="Arial"/>
                <a:cs typeface="Arial"/>
              </a:defRPr>
            </a:lvl8pPr>
            <a:lvl9pPr algn="l">
              <a:defRPr sz="2700" b="0">
                <a:solidFill>
                  <a:srgbClr val="FFFFFF"/>
                </a:solidFill>
                <a:latin typeface="Arial"/>
                <a:ea typeface="Arial"/>
                <a:cs typeface="Arial"/>
              </a:defRPr>
            </a:lvl9pPr>
          </a:lstStyle>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Hardware implementation, communication</a:t>
            </a:r>
          </a:p>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and system architecture</a:t>
            </a:r>
          </a:p>
        </p:txBody>
      </p:sp>
      <p:sp>
        <p:nvSpPr>
          <p:cNvPr id="5" name="cover-scope">
            <a:extLst xmlns:a="http://schemas.openxmlformats.org/drawingml/2006/main">
              <a:ext uri="{FF2B5EF4-FFF2-40B4-BE49-F238E27FC236}">
                <a16:creationId xmlns:a16="http://schemas.microsoft.com/office/drawing/2014/main" id="{1641DB70-46D2-47AB-B3D1-31A605085C1B}"/>
              </a:ext>
            </a:extLst>
          </p:cNvPr>
          <p:cNvSpPr>
            <a:spLocks xmlns:a="http://schemas.openxmlformats.org/drawingml/2006/main" noGrp="1"/>
          </p:cNvSpPr>
          <p:nvPr/>
        </p:nvSpPr>
        <p:spPr>
          <a:xfrm xmlns:a="http://schemas.openxmlformats.org/drawingml/2006/main">
            <a:off x="723900" y="5181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B6D9E4"/>
                </a:solidFill>
                <a:latin typeface="Arial"/>
                <a:ea typeface="Arial"/>
                <a:cs typeface="Arial"/>
              </a:defRPr>
            </a:defPPr>
            <a:lvl1pPr algn="l">
              <a:defRPr sz="1875" b="0">
                <a:solidFill>
                  <a:srgbClr val="B6D9E4"/>
                </a:solidFill>
                <a:latin typeface="Arial"/>
                <a:ea typeface="Arial"/>
                <a:cs typeface="Arial"/>
              </a:defRPr>
            </a:lvl1pPr>
            <a:lvl2pPr algn="l">
              <a:defRPr sz="1875" b="0">
                <a:solidFill>
                  <a:srgbClr val="B6D9E4"/>
                </a:solidFill>
                <a:latin typeface="Arial"/>
                <a:ea typeface="Arial"/>
                <a:cs typeface="Arial"/>
              </a:defRPr>
            </a:lvl2pPr>
            <a:lvl3pPr algn="l">
              <a:defRPr sz="1875" b="0">
                <a:solidFill>
                  <a:srgbClr val="B6D9E4"/>
                </a:solidFill>
                <a:latin typeface="Arial"/>
                <a:ea typeface="Arial"/>
                <a:cs typeface="Arial"/>
              </a:defRPr>
            </a:lvl3pPr>
            <a:lvl4pPr algn="l">
              <a:defRPr sz="1875" b="0">
                <a:solidFill>
                  <a:srgbClr val="B6D9E4"/>
                </a:solidFill>
                <a:latin typeface="Arial"/>
                <a:ea typeface="Arial"/>
                <a:cs typeface="Arial"/>
              </a:defRPr>
            </a:lvl4pPr>
            <a:lvl5pPr algn="l">
              <a:defRPr sz="1875" b="0">
                <a:solidFill>
                  <a:srgbClr val="B6D9E4"/>
                </a:solidFill>
                <a:latin typeface="Arial"/>
                <a:ea typeface="Arial"/>
                <a:cs typeface="Arial"/>
              </a:defRPr>
            </a:lvl5pPr>
            <a:lvl6pPr algn="l">
              <a:defRPr sz="1875" b="0">
                <a:solidFill>
                  <a:srgbClr val="B6D9E4"/>
                </a:solidFill>
                <a:latin typeface="Arial"/>
                <a:ea typeface="Arial"/>
                <a:cs typeface="Arial"/>
              </a:defRPr>
            </a:lvl6pPr>
            <a:lvl7pPr algn="l">
              <a:defRPr sz="1875" b="0">
                <a:solidFill>
                  <a:srgbClr val="B6D9E4"/>
                </a:solidFill>
                <a:latin typeface="Arial"/>
                <a:ea typeface="Arial"/>
                <a:cs typeface="Arial"/>
              </a:defRPr>
            </a:lvl7pPr>
            <a:lvl8pPr algn="l">
              <a:defRPr sz="1875" b="0">
                <a:solidFill>
                  <a:srgbClr val="B6D9E4"/>
                </a:solidFill>
                <a:latin typeface="Arial"/>
                <a:ea typeface="Arial"/>
                <a:cs typeface="Arial"/>
              </a:defRPr>
            </a:lvl8pPr>
            <a:lvl9pPr algn="l">
              <a:defRPr sz="1875" b="0">
                <a:solidFill>
                  <a:srgbClr val="B6D9E4"/>
                </a:solidFill>
                <a:latin typeface="Arial"/>
                <a:ea typeface="Arial"/>
                <a:cs typeface="Arial"/>
              </a:defRPr>
            </a:lvl9pPr>
          </a:lstStyle>
          <a:p xmlns:a="http://schemas.openxmlformats.org/drawingml/2006/main">
            <a:pPr algn="l">
              <a:defRPr sz="1875" b="0">
                <a:solidFill>
                  <a:srgbClr val="B6D9E4"/>
                </a:solidFill>
                <a:latin typeface="Arial"/>
                <a:ea typeface="Arial"/>
                <a:cs typeface="Arial"/>
              </a:defRPr>
            </a:pPr>
            <a:r>
              <a:rPr sz="1875" b="0">
                <a:solidFill>
                  <a:srgbClr val="B6D9E4"/>
                </a:solidFill>
                <a:latin typeface="Arial"/>
                <a:ea typeface="Arial"/>
                <a:cs typeface="Arial"/>
              </a:rPr>
              <a:t>3-inch quadcopter  |  ArduCopter  |  ELRS  |  Laptop AI</a:t>
            </a:r>
          </a:p>
        </p:txBody>
      </p:sp>
      <p:sp>
        <p:nvSpPr>
          <p:cNvPr id="6" name="cover-date">
            <a:extLst xmlns:a="http://schemas.openxmlformats.org/drawingml/2006/main">
              <a:ext uri="{FF2B5EF4-FFF2-40B4-BE49-F238E27FC236}">
                <a16:creationId xmlns:a16="http://schemas.microsoft.com/office/drawing/2014/main" id="{FFC030E6-853B-4B4B-A732-F66DC554CCDE}"/>
              </a:ext>
            </a:extLst>
          </p:cNvPr>
          <p:cNvSpPr>
            <a:spLocks xmlns:a="http://schemas.openxmlformats.org/drawingml/2006/main" noGrp="1"/>
          </p:cNvSpPr>
          <p:nvPr/>
        </p:nvSpPr>
        <p:spPr>
          <a:xfrm xmlns:a="http://schemas.openxmlformats.org/drawingml/2006/main">
            <a:off x="723900" y="6105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B6D9E4"/>
                </a:solidFill>
                <a:latin typeface="Arial"/>
                <a:ea typeface="Arial"/>
                <a:cs typeface="Arial"/>
              </a:defRPr>
            </a:defPPr>
            <a:lvl1pPr algn="l">
              <a:defRPr sz="1425" b="0">
                <a:solidFill>
                  <a:srgbClr val="B6D9E4"/>
                </a:solidFill>
                <a:latin typeface="Arial"/>
                <a:ea typeface="Arial"/>
                <a:cs typeface="Arial"/>
              </a:defRPr>
            </a:lvl1pPr>
            <a:lvl2pPr algn="l">
              <a:defRPr sz="1425" b="0">
                <a:solidFill>
                  <a:srgbClr val="B6D9E4"/>
                </a:solidFill>
                <a:latin typeface="Arial"/>
                <a:ea typeface="Arial"/>
                <a:cs typeface="Arial"/>
              </a:defRPr>
            </a:lvl2pPr>
            <a:lvl3pPr algn="l">
              <a:defRPr sz="1425" b="0">
                <a:solidFill>
                  <a:srgbClr val="B6D9E4"/>
                </a:solidFill>
                <a:latin typeface="Arial"/>
                <a:ea typeface="Arial"/>
                <a:cs typeface="Arial"/>
              </a:defRPr>
            </a:lvl3pPr>
            <a:lvl4pPr algn="l">
              <a:defRPr sz="1425" b="0">
                <a:solidFill>
                  <a:srgbClr val="B6D9E4"/>
                </a:solidFill>
                <a:latin typeface="Arial"/>
                <a:ea typeface="Arial"/>
                <a:cs typeface="Arial"/>
              </a:defRPr>
            </a:lvl4pPr>
            <a:lvl5pPr algn="l">
              <a:defRPr sz="1425" b="0">
                <a:solidFill>
                  <a:srgbClr val="B6D9E4"/>
                </a:solidFill>
                <a:latin typeface="Arial"/>
                <a:ea typeface="Arial"/>
                <a:cs typeface="Arial"/>
              </a:defRPr>
            </a:lvl5pPr>
            <a:lvl6pPr algn="l">
              <a:defRPr sz="1425" b="0">
                <a:solidFill>
                  <a:srgbClr val="B6D9E4"/>
                </a:solidFill>
                <a:latin typeface="Arial"/>
                <a:ea typeface="Arial"/>
                <a:cs typeface="Arial"/>
              </a:defRPr>
            </a:lvl6pPr>
            <a:lvl7pPr algn="l">
              <a:defRPr sz="1425" b="0">
                <a:solidFill>
                  <a:srgbClr val="B6D9E4"/>
                </a:solidFill>
                <a:latin typeface="Arial"/>
                <a:ea typeface="Arial"/>
                <a:cs typeface="Arial"/>
              </a:defRPr>
            </a:lvl7pPr>
            <a:lvl8pPr algn="l">
              <a:defRPr sz="1425" b="0">
                <a:solidFill>
                  <a:srgbClr val="B6D9E4"/>
                </a:solidFill>
                <a:latin typeface="Arial"/>
                <a:ea typeface="Arial"/>
                <a:cs typeface="Arial"/>
              </a:defRPr>
            </a:lvl8pPr>
            <a:lvl9pPr algn="l">
              <a:defRPr sz="1425" b="0">
                <a:solidFill>
                  <a:srgbClr val="B6D9E4"/>
                </a:solidFill>
                <a:latin typeface="Arial"/>
                <a:ea typeface="Arial"/>
                <a:cs typeface="Arial"/>
              </a:defRPr>
            </a:lvl9pPr>
          </a:lstStyle>
          <a:p xmlns:a="http://schemas.openxmlformats.org/drawingml/2006/main">
            <a:pPr algn="l">
              <a:defRPr sz="1425" b="0">
                <a:solidFill>
                  <a:srgbClr val="B6D9E4"/>
                </a:solidFill>
                <a:latin typeface="Arial"/>
                <a:ea typeface="Arial"/>
                <a:cs typeface="Arial"/>
              </a:defRPr>
            </a:pPr>
            <a:r>
              <a:rPr sz="1425" b="0">
                <a:solidFill>
                  <a:srgbClr val="B6D9E4"/>
                </a:solidFill>
                <a:latin typeface="Arial"/>
                <a:ea typeface="Arial"/>
                <a:cs typeface="Arial"/>
              </a:rPr>
              <a:t>26 October 2026  •  Evidence-based project documentation</a:t>
            </a:r>
          </a:p>
        </p:txBody>
      </p:sp>
    </p:spTree>
    <p:extLst>
      <p:ext uri="{BB962C8B-B14F-4D97-AF65-F5344CB8AC3E}">
        <p14:creationId xmlns:p14="http://schemas.microsoft.com/office/powerpoint/2010/main" val="16520382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95F7EA02-4AA0-4A9C-937D-1CA2AFFBE8EA}"/>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01</a:t>
            </a:r>
          </a:p>
        </p:txBody>
      </p:sp>
      <p:sp>
        <p:nvSpPr>
          <p:cNvPr id="3" name="title">
            <a:extLst xmlns:a="http://schemas.openxmlformats.org/drawingml/2006/main">
              <a:ext uri="{FF2B5EF4-FFF2-40B4-BE49-F238E27FC236}">
                <a16:creationId xmlns:a16="http://schemas.microsoft.com/office/drawing/2014/main" id="{33F1F371-41A8-4D65-A9CF-FB52995DC1B5}"/>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Project purpose and system boundary</a:t>
            </a:r>
          </a:p>
        </p:txBody>
      </p:sp>
      <p:sp>
        <p:nvSpPr>
          <p:cNvPr id="4" name="summary">
            <a:extLst xmlns:a="http://schemas.openxmlformats.org/drawingml/2006/main">
              <a:ext uri="{FF2B5EF4-FFF2-40B4-BE49-F238E27FC236}">
                <a16:creationId xmlns:a16="http://schemas.microsoft.com/office/drawing/2014/main" id="{3220858B-A03E-4EF7-B307-938968F3552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A supervised observation and rescue-review prototype</a:t>
            </a:r>
          </a:p>
        </p:txBody>
      </p:sp>
      <p:sp>
        <p:nvSpPr>
          <p:cNvPr id="5" name="footer">
            <a:extLst xmlns:a="http://schemas.openxmlformats.org/drawingml/2006/main">
              <a:ext uri="{FF2B5EF4-FFF2-40B4-BE49-F238E27FC236}">
                <a16:creationId xmlns:a16="http://schemas.microsoft.com/office/drawing/2014/main" id="{764443B7-7FEC-4F93-93B7-1A7889FBF9D8}"/>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3CFCF4F1-CB03-4B49-B75B-E2C6F76104DC}"/>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 / 38</a:t>
            </a:r>
          </a:p>
        </p:txBody>
      </p:sp>
      <p:sp>
        <p:nvSpPr>
          <p:cNvPr id="7" name="point-index">
            <a:extLst xmlns:a="http://schemas.openxmlformats.org/drawingml/2006/main">
              <a:ext uri="{FF2B5EF4-FFF2-40B4-BE49-F238E27FC236}">
                <a16:creationId xmlns:a16="http://schemas.microsoft.com/office/drawing/2014/main" id="{CF27FB43-FEF8-4A99-87CD-6626C0F27C6B}"/>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3E94F2AC-C0AA-47DA-8182-553B71030712}"/>
              </a:ext>
            </a:extLst>
          </p:cNvPr>
          <p:cNvSpPr>
            <a:spLocks xmlns:a="http://schemas.openxmlformats.org/drawingml/2006/main" noGrp="1"/>
          </p:cNvSpPr>
          <p:nvPr/>
        </p:nvSpPr>
        <p:spPr>
          <a:xfrm xmlns:a="http://schemas.openxmlformats.org/drawingml/2006/main">
            <a:off x="1381125" y="1914525"/>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ArduCopter closes the flight-control loop onboard.</a:t>
            </a:r>
          </a:p>
        </p:txBody>
      </p:sp>
      <p:sp>
        <p:nvSpPr>
          <p:cNvPr id="9" name="point-index">
            <a:extLst xmlns:a="http://schemas.openxmlformats.org/drawingml/2006/main">
              <a:ext uri="{FF2B5EF4-FFF2-40B4-BE49-F238E27FC236}">
                <a16:creationId xmlns:a16="http://schemas.microsoft.com/office/drawing/2014/main" id="{3016C460-1AFF-4EB0-BA1E-092E62B9FFEA}"/>
              </a:ext>
            </a:extLst>
          </p:cNvPr>
          <p:cNvSpPr>
            <a:spLocks xmlns:a="http://schemas.openxmlformats.org/drawingml/2006/main" noGrp="1"/>
          </p:cNvSpPr>
          <p:nvPr/>
        </p:nvSpPr>
        <p:spPr>
          <a:xfrm xmlns:a="http://schemas.openxmlformats.org/drawingml/2006/main">
            <a:off x="647700" y="32099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760BE59D-16A1-45D5-9460-892AAE95BC8A}"/>
              </a:ext>
            </a:extLst>
          </p:cNvPr>
          <p:cNvSpPr>
            <a:spLocks xmlns:a="http://schemas.openxmlformats.org/drawingml/2006/main" noGrp="1"/>
          </p:cNvSpPr>
          <p:nvPr/>
        </p:nvSpPr>
        <p:spPr>
          <a:xfrm xmlns:a="http://schemas.openxmlformats.org/drawingml/2006/main">
            <a:off x="1381125" y="3200400"/>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laptop combines video, AI, maps, incident evidence and bounded route feedback.</a:t>
            </a:r>
          </a:p>
        </p:txBody>
      </p:sp>
      <p:sp>
        <p:nvSpPr>
          <p:cNvPr id="11" name="point-index">
            <a:extLst xmlns:a="http://schemas.openxmlformats.org/drawingml/2006/main">
              <a:ext uri="{FF2B5EF4-FFF2-40B4-BE49-F238E27FC236}">
                <a16:creationId xmlns:a16="http://schemas.microsoft.com/office/drawing/2014/main" id="{FD7DBC6D-26BC-4066-A313-49829C0B851C}"/>
              </a:ext>
            </a:extLst>
          </p:cNvPr>
          <p:cNvSpPr>
            <a:spLocks xmlns:a="http://schemas.openxmlformats.org/drawingml/2006/main" noGrp="1"/>
          </p:cNvSpPr>
          <p:nvPr/>
        </p:nvSpPr>
        <p:spPr>
          <a:xfrm xmlns:a="http://schemas.openxmlformats.org/drawingml/2006/main">
            <a:off x="647700" y="4495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D4D8C057-CB09-4C98-B864-3755363A4191}"/>
              </a:ext>
            </a:extLst>
          </p:cNvPr>
          <p:cNvSpPr>
            <a:spLocks xmlns:a="http://schemas.openxmlformats.org/drawingml/2006/main" noGrp="1"/>
          </p:cNvSpPr>
          <p:nvPr/>
        </p:nvSpPr>
        <p:spPr>
          <a:xfrm xmlns:a="http://schemas.openxmlformats.org/drawingml/2006/main">
            <a:off x="1381125" y="4486275"/>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 human pilot retains takeoff, landing, flight-mode and takeover authority.</a:t>
            </a:r>
          </a:p>
        </p:txBody>
      </p:sp>
    </p:spTree>
    <p:extLst>
      <p:ext uri="{BB962C8B-B14F-4D97-AF65-F5344CB8AC3E}">
        <p14:creationId xmlns:p14="http://schemas.microsoft.com/office/powerpoint/2010/main" val="18830763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57904B37-BD85-4520-BCB1-0FEA1FCEA7D8}"/>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02</a:t>
            </a:r>
          </a:p>
        </p:txBody>
      </p:sp>
      <p:sp>
        <p:nvSpPr>
          <p:cNvPr id="3" name="title">
            <a:extLst xmlns:a="http://schemas.openxmlformats.org/drawingml/2006/main">
              <a:ext uri="{FF2B5EF4-FFF2-40B4-BE49-F238E27FC236}">
                <a16:creationId xmlns:a16="http://schemas.microsoft.com/office/drawing/2014/main" id="{71676C3C-E4DF-49F1-BDEF-DDF69E54E119}"/>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Evidence and current implementation status</a:t>
            </a:r>
          </a:p>
        </p:txBody>
      </p:sp>
      <p:sp>
        <p:nvSpPr>
          <p:cNvPr id="4" name="summary">
            <a:extLst xmlns:a="http://schemas.openxmlformats.org/drawingml/2006/main">
              <a:ext uri="{FF2B5EF4-FFF2-40B4-BE49-F238E27FC236}">
                <a16:creationId xmlns:a16="http://schemas.microsoft.com/office/drawing/2014/main" id="{B15D914D-A028-4230-A728-25F3116C97E5}"/>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Separate confirmed behavior, implemented software and unresolved integration</a:t>
            </a:r>
          </a:p>
        </p:txBody>
      </p:sp>
      <p:sp>
        <p:nvSpPr>
          <p:cNvPr id="5" name="footer">
            <a:extLst xmlns:a="http://schemas.openxmlformats.org/drawingml/2006/main">
              <a:ext uri="{FF2B5EF4-FFF2-40B4-BE49-F238E27FC236}">
                <a16:creationId xmlns:a16="http://schemas.microsoft.com/office/drawing/2014/main" id="{0ECCBF19-72A7-4E29-AC12-07841BEC841E}"/>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BE3D5B2-6EDF-410B-9AAF-7D8FC6D0302E}"/>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 / 38</a:t>
            </a:r>
          </a:p>
        </p:txBody>
      </p:sp>
      <p:sp>
        <p:nvSpPr>
          <p:cNvPr id="7" name="point-index">
            <a:extLst xmlns:a="http://schemas.openxmlformats.org/drawingml/2006/main">
              <a:ext uri="{FF2B5EF4-FFF2-40B4-BE49-F238E27FC236}">
                <a16:creationId xmlns:a16="http://schemas.microsoft.com/office/drawing/2014/main" id="{981633B4-1420-49E5-8297-FFD4041EE8A7}"/>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C7A8BB7D-B91C-4D78-BAD6-89A817E43627}"/>
              </a:ext>
            </a:extLst>
          </p:cNvPr>
          <p:cNvSpPr>
            <a:spLocks xmlns:a="http://schemas.openxmlformats.org/drawingml/2006/main" noGrp="1"/>
          </p:cNvSpPr>
          <p:nvPr/>
        </p:nvSpPr>
        <p:spPr>
          <a:xfrm xmlns:a="http://schemas.openxmlformats.org/drawingml/2006/main">
            <a:off x="1381125" y="1914525"/>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User-reported: sensor calibration, radio modes and corrected motor tests.</a:t>
            </a:r>
          </a:p>
        </p:txBody>
      </p:sp>
      <p:sp>
        <p:nvSpPr>
          <p:cNvPr id="9" name="point-index">
            <a:extLst xmlns:a="http://schemas.openxmlformats.org/drawingml/2006/main">
              <a:ext uri="{FF2B5EF4-FFF2-40B4-BE49-F238E27FC236}">
                <a16:creationId xmlns:a16="http://schemas.microsoft.com/office/drawing/2014/main" id="{F88C6B8A-9EFA-4007-946F-BA909B1A3048}"/>
              </a:ext>
            </a:extLst>
          </p:cNvPr>
          <p:cNvSpPr>
            <a:spLocks xmlns:a="http://schemas.openxmlformats.org/drawingml/2006/main" noGrp="1"/>
          </p:cNvSpPr>
          <p:nvPr/>
        </p:nvSpPr>
        <p:spPr>
          <a:xfrm xmlns:a="http://schemas.openxmlformats.org/drawingml/2006/main">
            <a:off x="647700" y="32099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C3CAE0DE-FDE1-430A-9D51-844F4FD7EAE7}"/>
              </a:ext>
            </a:extLst>
          </p:cNvPr>
          <p:cNvSpPr>
            <a:spLocks xmlns:a="http://schemas.openxmlformats.org/drawingml/2006/main" noGrp="1"/>
          </p:cNvSpPr>
          <p:nvPr/>
        </p:nvSpPr>
        <p:spPr>
          <a:xfrm xmlns:a="http://schemas.openxmlformats.org/drawingml/2006/main">
            <a:off x="1381125" y="3200400"/>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Implemented: telemetry, video upload, AI review, tracking and incident storage.</a:t>
            </a:r>
          </a:p>
        </p:txBody>
      </p:sp>
      <p:sp>
        <p:nvSpPr>
          <p:cNvPr id="11" name="point-index">
            <a:extLst xmlns:a="http://schemas.openxmlformats.org/drawingml/2006/main">
              <a:ext uri="{FF2B5EF4-FFF2-40B4-BE49-F238E27FC236}">
                <a16:creationId xmlns:a16="http://schemas.microsoft.com/office/drawing/2014/main" id="{F48DA578-B0F0-496D-AC44-535F6AFF091A}"/>
              </a:ext>
            </a:extLst>
          </p:cNvPr>
          <p:cNvSpPr>
            <a:spLocks xmlns:a="http://schemas.openxmlformats.org/drawingml/2006/main" noGrp="1"/>
          </p:cNvSpPr>
          <p:nvPr/>
        </p:nvSpPr>
        <p:spPr>
          <a:xfrm xmlns:a="http://schemas.openxmlformats.org/drawingml/2006/main">
            <a:off x="647700" y="4495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0930D1DD-88F1-46AD-BA8D-7C2153F9ED56}"/>
              </a:ext>
            </a:extLst>
          </p:cNvPr>
          <p:cNvSpPr>
            <a:spLocks xmlns:a="http://schemas.openxmlformats.org/drawingml/2006/main" noGrp="1"/>
          </p:cNvSpPr>
          <p:nvPr/>
        </p:nvSpPr>
        <p:spPr>
          <a:xfrm xmlns:a="http://schemas.openxmlformats.org/drawingml/2006/main">
            <a:off x="1381125" y="4486275"/>
            <a:ext cx="985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Pending evidence: reliable GPS fix, live capture hardware, battery calibration and flight validation.</a:t>
            </a:r>
          </a:p>
        </p:txBody>
      </p:sp>
    </p:spTree>
    <p:extLst>
      <p:ext uri="{BB962C8B-B14F-4D97-AF65-F5344CB8AC3E}">
        <p14:creationId xmlns:p14="http://schemas.microsoft.com/office/powerpoint/2010/main" val="7592725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584F0737-07B4-4B8D-B46E-D8995AEE237C}"/>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03</a:t>
            </a:r>
          </a:p>
        </p:txBody>
      </p:sp>
      <p:sp>
        <p:nvSpPr>
          <p:cNvPr id="3" name="title">
            <a:extLst xmlns:a="http://schemas.openxmlformats.org/drawingml/2006/main">
              <a:ext uri="{FF2B5EF4-FFF2-40B4-BE49-F238E27FC236}">
                <a16:creationId xmlns:a16="http://schemas.microsoft.com/office/drawing/2014/main" id="{44D03F11-856D-456B-8772-BC9366874E8D}"/>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Hardware component inventory</a:t>
            </a:r>
          </a:p>
        </p:txBody>
      </p:sp>
      <p:sp>
        <p:nvSpPr>
          <p:cNvPr id="4" name="summary">
            <a:extLst xmlns:a="http://schemas.openxmlformats.org/drawingml/2006/main">
              <a:ext uri="{FF2B5EF4-FFF2-40B4-BE49-F238E27FC236}">
                <a16:creationId xmlns:a16="http://schemas.microsoft.com/office/drawing/2014/main" id="{11B2CEB7-3209-41B9-89D7-4C8807ED20FF}"/>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Known parts, roles and missing identifiers</a:t>
            </a:r>
          </a:p>
        </p:txBody>
      </p:sp>
      <p:sp>
        <p:nvSpPr>
          <p:cNvPr id="5" name="footer">
            <a:extLst xmlns:a="http://schemas.openxmlformats.org/drawingml/2006/main">
              <a:ext uri="{FF2B5EF4-FFF2-40B4-BE49-F238E27FC236}">
                <a16:creationId xmlns:a16="http://schemas.microsoft.com/office/drawing/2014/main" id="{83A5F3CB-CF67-442B-BC1D-BD3A6B144A82}"/>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24101F86-4F16-43BD-BF5B-1095E028E160}"/>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4 / 38</a:t>
            </a:r>
          </a:p>
        </p:txBody>
      </p:sp>
      <p:sp>
        <p:nvSpPr>
          <p:cNvPr id="7" name="point-index">
            <a:extLst xmlns:a="http://schemas.openxmlformats.org/drawingml/2006/main">
              <a:ext uri="{FF2B5EF4-FFF2-40B4-BE49-F238E27FC236}">
                <a16:creationId xmlns:a16="http://schemas.microsoft.com/office/drawing/2014/main" id="{7910AB19-1B63-44E7-811C-85D8425531DC}"/>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D1126202-B47E-4A75-B529-337C283CD1ED}"/>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SpeedyBee F405 AIO V1 running ArduCopter; 3-inch propellers.</a:t>
            </a:r>
          </a:p>
        </p:txBody>
      </p:sp>
      <p:sp>
        <p:nvSpPr>
          <p:cNvPr id="9" name="point-index">
            <a:extLst xmlns:a="http://schemas.openxmlformats.org/drawingml/2006/main">
              <a:ext uri="{FF2B5EF4-FFF2-40B4-BE49-F238E27FC236}">
                <a16:creationId xmlns:a16="http://schemas.microsoft.com/office/drawing/2014/main" id="{FCF4E0AC-F90A-4FBE-8E31-9593FE604D19}"/>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97F01582-9CB1-4281-883B-9A2665B31A82}"/>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4S 650 mAh LiPo, marked 95C; motor/KV and aircraft mass still need recording.</a:t>
            </a:r>
          </a:p>
        </p:txBody>
      </p:sp>
      <p:sp>
        <p:nvSpPr>
          <p:cNvPr id="11" name="point-index">
            <a:extLst xmlns:a="http://schemas.openxmlformats.org/drawingml/2006/main">
              <a:ext uri="{FF2B5EF4-FFF2-40B4-BE49-F238E27FC236}">
                <a16:creationId xmlns:a16="http://schemas.microsoft.com/office/drawing/2014/main" id="{C2B95388-785D-40D6-8F91-A29276558DEC}"/>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23AD8A3F-6427-457E-93E2-889602ECB18A}"/>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GM10 Mini V3 GPS, ELRS radio link and analog FPV equipment.</a:t>
            </a:r>
          </a:p>
        </p:txBody>
      </p:sp>
      <p:sp>
        <p:nvSpPr>
          <p:cNvPr id="13" name="point-index">
            <a:extLst xmlns:a="http://schemas.openxmlformats.org/drawingml/2006/main">
              <a:ext uri="{FF2B5EF4-FFF2-40B4-BE49-F238E27FC236}">
                <a16:creationId xmlns:a16="http://schemas.microsoft.com/office/drawing/2014/main" id="{C20A4A77-E2D1-4FD8-8EA3-9E232AC510A2}"/>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E21DBF93-2FE3-4D6A-BDCF-10BCE32C749C}"/>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Receiver model, ELRS versions, camera/VTX and compass variant remain to be identified.</a:t>
            </a:r>
          </a:p>
        </p:txBody>
      </p:sp>
    </p:spTree>
    <p:extLst>
      <p:ext uri="{BB962C8B-B14F-4D97-AF65-F5344CB8AC3E}">
        <p14:creationId xmlns:p14="http://schemas.microsoft.com/office/powerpoint/2010/main" val="617894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F5510F42-1638-4468-BBB5-70CDD9CD9567}"/>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04</a:t>
            </a:r>
          </a:p>
        </p:txBody>
      </p:sp>
      <p:sp>
        <p:nvSpPr>
          <p:cNvPr id="3" name="title">
            <a:extLst xmlns:a="http://schemas.openxmlformats.org/drawingml/2006/main">
              <a:ext uri="{FF2B5EF4-FFF2-40B4-BE49-F238E27FC236}">
                <a16:creationId xmlns:a16="http://schemas.microsoft.com/office/drawing/2014/main" id="{8B1C37E7-883D-418E-940B-96559720E0DE}"/>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AIO and ArduPilot responsibilities</a:t>
            </a:r>
          </a:p>
        </p:txBody>
      </p:sp>
      <p:sp>
        <p:nvSpPr>
          <p:cNvPr id="4" name="summary">
            <a:extLst xmlns:a="http://schemas.openxmlformats.org/drawingml/2006/main">
              <a:ext uri="{FF2B5EF4-FFF2-40B4-BE49-F238E27FC236}">
                <a16:creationId xmlns:a16="http://schemas.microsoft.com/office/drawing/2014/main" id="{EA9A0ADC-BF0A-41EE-8A3E-5CADD3172CA3}"/>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The autopilot firmware lives on the flight controller</a:t>
            </a:r>
          </a:p>
        </p:txBody>
      </p:sp>
      <p:sp>
        <p:nvSpPr>
          <p:cNvPr id="5" name="footer">
            <a:extLst xmlns:a="http://schemas.openxmlformats.org/drawingml/2006/main">
              <a:ext uri="{FF2B5EF4-FFF2-40B4-BE49-F238E27FC236}">
                <a16:creationId xmlns:a16="http://schemas.microsoft.com/office/drawing/2014/main" id="{F565D52F-2A28-4E3B-8EC4-61F761395731}"/>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E69DB0B9-7A95-499C-94FF-E7093F6A532F}"/>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5 / 38</a:t>
            </a:r>
          </a:p>
        </p:txBody>
      </p:sp>
      <p:sp>
        <p:nvSpPr>
          <p:cNvPr id="7" name="point-index">
            <a:extLst xmlns:a="http://schemas.openxmlformats.org/drawingml/2006/main">
              <a:ext uri="{FF2B5EF4-FFF2-40B4-BE49-F238E27FC236}">
                <a16:creationId xmlns:a16="http://schemas.microsoft.com/office/drawing/2014/main" id="{34552434-DE15-4CC4-9B77-61AB0DC13CA1}"/>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2D319F56-8890-4D92-9B92-A3C26BF390C3}"/>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AIO: processor, IMU, barometer, regulators and electrical interfaces.</a:t>
            </a:r>
          </a:p>
        </p:txBody>
      </p:sp>
      <p:sp>
        <p:nvSpPr>
          <p:cNvPr id="9" name="point-index">
            <a:extLst xmlns:a="http://schemas.openxmlformats.org/drawingml/2006/main">
              <a:ext uri="{FF2B5EF4-FFF2-40B4-BE49-F238E27FC236}">
                <a16:creationId xmlns:a16="http://schemas.microsoft.com/office/drawing/2014/main" id="{FE104AF1-2F6B-4899-A87D-1C98314A6A82}"/>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6852CCF4-C69A-4925-AB3C-55DFFAF6BA82}"/>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ArduCopter: state estimation, stabilization, motor mixing and onboard failsafes.</a:t>
            </a:r>
          </a:p>
        </p:txBody>
      </p:sp>
      <p:sp>
        <p:nvSpPr>
          <p:cNvPr id="11" name="point-index">
            <a:extLst xmlns:a="http://schemas.openxmlformats.org/drawingml/2006/main">
              <a:ext uri="{FF2B5EF4-FFF2-40B4-BE49-F238E27FC236}">
                <a16:creationId xmlns:a16="http://schemas.microsoft.com/office/drawing/2014/main" id="{5C238329-8600-452C-8226-6F216CEC5737}"/>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12EFD2D4-2215-484E-9BA7-4106CC2B1499}"/>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Mission Planner: setup, parameter readback, diagnostics and log review.</a:t>
            </a:r>
          </a:p>
        </p:txBody>
      </p:sp>
      <p:sp>
        <p:nvSpPr>
          <p:cNvPr id="13" name="point-index">
            <a:extLst xmlns:a="http://schemas.openxmlformats.org/drawingml/2006/main">
              <a:ext uri="{FF2B5EF4-FFF2-40B4-BE49-F238E27FC236}">
                <a16:creationId xmlns:a16="http://schemas.microsoft.com/office/drawing/2014/main" id="{D596C07F-0D8A-4111-8282-84EFA2F475F0}"/>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322C3A8B-95CC-4210-930B-4011C9FA1C71}"/>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Custom application: supervised observations and constrained movement requests.</a:t>
            </a:r>
          </a:p>
        </p:txBody>
      </p:sp>
    </p:spTree>
    <p:extLst>
      <p:ext uri="{BB962C8B-B14F-4D97-AF65-F5344CB8AC3E}">
        <p14:creationId xmlns:p14="http://schemas.microsoft.com/office/powerpoint/2010/main" val="11636051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F4768C27-125B-46EA-8056-2AAD200A6620}"/>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05</a:t>
            </a:r>
          </a:p>
        </p:txBody>
      </p:sp>
      <p:sp>
        <p:nvSpPr>
          <p:cNvPr id="3" name="title">
            <a:extLst xmlns:a="http://schemas.openxmlformats.org/drawingml/2006/main">
              <a:ext uri="{FF2B5EF4-FFF2-40B4-BE49-F238E27FC236}">
                <a16:creationId xmlns:a16="http://schemas.microsoft.com/office/drawing/2014/main" id="{99E7678B-40C0-4FCF-A355-B6B305791A3A}"/>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Power, propulsion and energy flow</a:t>
            </a:r>
          </a:p>
        </p:txBody>
      </p:sp>
      <p:sp>
        <p:nvSpPr>
          <p:cNvPr id="4" name="summary">
            <a:extLst xmlns:a="http://schemas.openxmlformats.org/drawingml/2006/main">
              <a:ext uri="{FF2B5EF4-FFF2-40B4-BE49-F238E27FC236}">
                <a16:creationId xmlns:a16="http://schemas.microsoft.com/office/drawing/2014/main" id="{913B5135-EAB6-4B4C-8D75-B624EB29BC4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Separate battery power, regulated electronics power and motor signals</a:t>
            </a:r>
          </a:p>
        </p:txBody>
      </p:sp>
      <p:sp>
        <p:nvSpPr>
          <p:cNvPr id="5" name="footer">
            <a:extLst xmlns:a="http://schemas.openxmlformats.org/drawingml/2006/main">
              <a:ext uri="{FF2B5EF4-FFF2-40B4-BE49-F238E27FC236}">
                <a16:creationId xmlns:a16="http://schemas.microsoft.com/office/drawing/2014/main" id="{6639638F-5094-4D50-8301-0650995FEE67}"/>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0127E76E-0A86-4984-B0CC-95927CB9B33F}"/>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6 / 38</a:t>
            </a:r>
          </a:p>
        </p:txBody>
      </p:sp>
      <p:sp>
        <p:nvSpPr>
          <p:cNvPr id="7" name="point-index">
            <a:extLst xmlns:a="http://schemas.openxmlformats.org/drawingml/2006/main">
              <a:ext uri="{FF2B5EF4-FFF2-40B4-BE49-F238E27FC236}">
                <a16:creationId xmlns:a16="http://schemas.microsoft.com/office/drawing/2014/main" id="{8450DB03-D66C-475C-AC58-68E732A189A3}"/>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D2A2A048-AEA2-4EA9-99D6-500CB8946F97}"/>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battery feeds propulsion; regulated rails supply the FC, GPS and receiver.</a:t>
            </a:r>
          </a:p>
        </p:txBody>
      </p:sp>
      <p:sp>
        <p:nvSpPr>
          <p:cNvPr id="9" name="point-index">
            <a:extLst xmlns:a="http://schemas.openxmlformats.org/drawingml/2006/main">
              <a:ext uri="{FF2B5EF4-FFF2-40B4-BE49-F238E27FC236}">
                <a16:creationId xmlns:a16="http://schemas.microsoft.com/office/drawing/2014/main" id="{446C789A-777C-4409-A576-E5769E67C3CE}"/>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017EDA72-A9FE-4FC7-911B-6895DC14E86D}"/>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DShot signals command the ESC; motor phase wires carry propulsion power.</a:t>
            </a:r>
          </a:p>
        </p:txBody>
      </p:sp>
      <p:sp>
        <p:nvSpPr>
          <p:cNvPr id="11" name="point-index">
            <a:extLst xmlns:a="http://schemas.openxmlformats.org/drawingml/2006/main">
              <a:ext uri="{FF2B5EF4-FFF2-40B4-BE49-F238E27FC236}">
                <a16:creationId xmlns:a16="http://schemas.microsoft.com/office/drawing/2014/main" id="{860E311B-07D3-4EBF-949B-EFAD8A261C61}"/>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524FA79B-8C69-4C0A-8145-90F822491F68}"/>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4S reaches 16.8 V when full. A 12 V-only receiver needs suitable regulated power.</a:t>
            </a:r>
          </a:p>
        </p:txBody>
      </p:sp>
      <p:sp>
        <p:nvSpPr>
          <p:cNvPr id="13" name="point-index">
            <a:extLst xmlns:a="http://schemas.openxmlformats.org/drawingml/2006/main">
              <a:ext uri="{FF2B5EF4-FFF2-40B4-BE49-F238E27FC236}">
                <a16:creationId xmlns:a16="http://schemas.microsoft.com/office/drawing/2014/main" id="{D47E9CA7-C445-485F-B243-E3B557B0056A}"/>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B4A03F4F-967D-47EF-8CB5-4DBAF67BE42E}"/>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Endurance requires measured hover current, aircraft mass and usable battery capacity.</a:t>
            </a:r>
          </a:p>
        </p:txBody>
      </p:sp>
    </p:spTree>
    <p:extLst>
      <p:ext uri="{BB962C8B-B14F-4D97-AF65-F5344CB8AC3E}">
        <p14:creationId xmlns:p14="http://schemas.microsoft.com/office/powerpoint/2010/main" val="20538222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C0B2D530-158D-4578-8492-96CA9C5ED6A1}"/>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06</a:t>
            </a:r>
          </a:p>
        </p:txBody>
      </p:sp>
      <p:sp>
        <p:nvSpPr>
          <p:cNvPr id="3" name="title">
            <a:extLst xmlns:a="http://schemas.openxmlformats.org/drawingml/2006/main">
              <a:ext uri="{FF2B5EF4-FFF2-40B4-BE49-F238E27FC236}">
                <a16:creationId xmlns:a16="http://schemas.microsoft.com/office/drawing/2014/main" id="{A2D3AB5F-4612-442D-A126-FC32CBE2D935}"/>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GPS and compass integration</a:t>
            </a:r>
          </a:p>
        </p:txBody>
      </p:sp>
      <p:sp>
        <p:nvSpPr>
          <p:cNvPr id="4" name="summary">
            <a:extLst xmlns:a="http://schemas.openxmlformats.org/drawingml/2006/main">
              <a:ext uri="{FF2B5EF4-FFF2-40B4-BE49-F238E27FC236}">
                <a16:creationId xmlns:a16="http://schemas.microsoft.com/office/drawing/2014/main" id="{AC40A03D-EB92-4FE8-927E-CF7DF8DDB4AB}"/>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UART position data and I2C heading data are separate interfaces</a:t>
            </a:r>
          </a:p>
        </p:txBody>
      </p:sp>
      <p:sp>
        <p:nvSpPr>
          <p:cNvPr id="5" name="footer">
            <a:extLst xmlns:a="http://schemas.openxmlformats.org/drawingml/2006/main">
              <a:ext uri="{FF2B5EF4-FFF2-40B4-BE49-F238E27FC236}">
                <a16:creationId xmlns:a16="http://schemas.microsoft.com/office/drawing/2014/main" id="{3D2E606D-7522-4515-B38B-76B21544D31B}"/>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DC0EC5FB-C6CE-4DDA-A967-624074BEF9A3}"/>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7 / 38</a:t>
            </a:r>
          </a:p>
        </p:txBody>
      </p:sp>
      <p:sp>
        <p:nvSpPr>
          <p:cNvPr id="7" name="point-index">
            <a:extLst xmlns:a="http://schemas.openxmlformats.org/drawingml/2006/main">
              <a:ext uri="{FF2B5EF4-FFF2-40B4-BE49-F238E27FC236}">
                <a16:creationId xmlns:a16="http://schemas.microsoft.com/office/drawing/2014/main" id="{D2D976AF-C6D6-496E-A5F1-02CDF6F4F015}"/>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E3DDB386-1DED-4A37-A518-6070D98B9E56}"/>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GNSS position: GPS TX -&gt; AIO R5; GPS RX &lt;- AIO T5; check supply and ground.</a:t>
            </a:r>
          </a:p>
        </p:txBody>
      </p:sp>
      <p:sp>
        <p:nvSpPr>
          <p:cNvPr id="9" name="point-index">
            <a:extLst xmlns:a="http://schemas.openxmlformats.org/drawingml/2006/main">
              <a:ext uri="{FF2B5EF4-FFF2-40B4-BE49-F238E27FC236}">
                <a16:creationId xmlns:a16="http://schemas.microsoft.com/office/drawing/2014/main" id="{F4895C73-F38F-46C3-99CC-649F1D9B70E6}"/>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E01A3C76-0ACF-43ED-B3B5-464D588B55C8}"/>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 compass, if fitted, communicates separately over SDA/SCL.</a:t>
            </a:r>
          </a:p>
        </p:txBody>
      </p:sp>
      <p:sp>
        <p:nvSpPr>
          <p:cNvPr id="11" name="point-index">
            <a:extLst xmlns:a="http://schemas.openxmlformats.org/drawingml/2006/main">
              <a:ext uri="{FF2B5EF4-FFF2-40B4-BE49-F238E27FC236}">
                <a16:creationId xmlns:a16="http://schemas.microsoft.com/office/drawing/2014/main" id="{D75175E3-773E-4830-A782-BC23D0092307}"/>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1BCFCF04-F59B-4D13-90C1-96C18171DFA7}"/>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 powered LED does not prove a 3D fix or valid EKF position.</a:t>
            </a:r>
          </a:p>
        </p:txBody>
      </p:sp>
      <p:sp>
        <p:nvSpPr>
          <p:cNvPr id="13" name="point-index">
            <a:extLst xmlns:a="http://schemas.openxmlformats.org/drawingml/2006/main">
              <a:ext uri="{FF2B5EF4-FFF2-40B4-BE49-F238E27FC236}">
                <a16:creationId xmlns:a16="http://schemas.microsoft.com/office/drawing/2014/main" id="{9501CC6F-34E8-4984-82E2-8B9CC38BB82B}"/>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671A9B83-E580-4DE2-8BC0-5D3FA0785650}"/>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Verify GPS status, satellites, HDOP and message age in telemetry.</a:t>
            </a:r>
          </a:p>
        </p:txBody>
      </p:sp>
    </p:spTree>
    <p:extLst>
      <p:ext uri="{BB962C8B-B14F-4D97-AF65-F5344CB8AC3E}">
        <p14:creationId xmlns:p14="http://schemas.microsoft.com/office/powerpoint/2010/main" val="18858791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9968A030-7499-4C43-8675-B48D763EF38E}"/>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07</a:t>
            </a:r>
          </a:p>
        </p:txBody>
      </p:sp>
      <p:sp>
        <p:nvSpPr>
          <p:cNvPr id="3" name="title">
            <a:extLst xmlns:a="http://schemas.openxmlformats.org/drawingml/2006/main">
              <a:ext uri="{FF2B5EF4-FFF2-40B4-BE49-F238E27FC236}">
                <a16:creationId xmlns:a16="http://schemas.microsoft.com/office/drawing/2014/main" id="{55DDB0E4-9EDC-4F96-9BCD-FACA670453D4}"/>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End-to-end system architecture</a:t>
            </a:r>
          </a:p>
        </p:txBody>
      </p:sp>
      <p:sp>
        <p:nvSpPr>
          <p:cNvPr id="4" name="summary">
            <a:extLst xmlns:a="http://schemas.openxmlformats.org/drawingml/2006/main">
              <a:ext uri="{FF2B5EF4-FFF2-40B4-BE49-F238E27FC236}">
                <a16:creationId xmlns:a16="http://schemas.microsoft.com/office/drawing/2014/main" id="{7D85D8AD-7255-4CA0-8D22-847801E6CE91}"/>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RC, MAVLink telemetry and video use different paths</a:t>
            </a:r>
          </a:p>
        </p:txBody>
      </p:sp>
      <p:sp>
        <p:nvSpPr>
          <p:cNvPr id="5" name="footer">
            <a:extLst xmlns:a="http://schemas.openxmlformats.org/drawingml/2006/main">
              <a:ext uri="{FF2B5EF4-FFF2-40B4-BE49-F238E27FC236}">
                <a16:creationId xmlns:a16="http://schemas.microsoft.com/office/drawing/2014/main" id="{F9EECFF6-0C15-4C44-928C-5F746BE00149}"/>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6247773B-CED8-41E9-B5C9-BCF8F50BCFC5}"/>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8 / 38</a:t>
            </a:r>
          </a:p>
        </p:txBody>
      </p:sp>
      <p:sp>
        <p:nvSpPr>
          <p:cNvPr id="7" name="relationship">
            <a:extLst xmlns:a="http://schemas.openxmlformats.org/drawingml/2006/main">
              <a:ext uri="{FF2B5EF4-FFF2-40B4-BE49-F238E27FC236}">
                <a16:creationId xmlns:a16="http://schemas.microsoft.com/office/drawing/2014/main" id="{14CBD265-D3C5-4C12-93CB-8544DB057F62}"/>
              </a:ext>
            </a:extLst>
          </p:cNvPr>
          <p:cNvSpPr>
            <a:spLocks xmlns:a="http://schemas.openxmlformats.org/drawingml/2006/main" noGrp="1"/>
          </p:cNvSpPr>
          <p:nvPr/>
        </p:nvSpPr>
        <p:spPr>
          <a:xfrm xmlns:a="http://schemas.openxmlformats.org/drawingml/2006/main">
            <a:off x="3224213" y="2324862"/>
            <a:ext cx="1047750" cy="9525"/>
          </a:xfrm>
          <a:custGeom xmlns:a="http://schemas.openxmlformats.org/drawingml/2006/main">
            <a:pathLst>
              <a:path w="1047750" h="9525">
                <a:moveTo>
                  <a:pt x="0" y="0"/>
                </a:moveTo>
                <a:lnTo>
                  <a:pt x="1047750"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FBEAB873-5B82-47F0-8D81-1ABAEB6DCB77}"/>
              </a:ext>
            </a:extLst>
          </p:cNvPr>
          <p:cNvSpPr>
            <a:spLocks xmlns:a="http://schemas.openxmlformats.org/drawingml/2006/main" noGrp="1"/>
          </p:cNvSpPr>
          <p:nvPr/>
        </p:nvSpPr>
        <p:spPr>
          <a:xfrm xmlns:a="http://schemas.openxmlformats.org/drawingml/2006/main">
            <a:off x="4186195" y="2324862"/>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E9E27F8F-C4AC-4C86-9EBB-392593DACB59}"/>
              </a:ext>
            </a:extLst>
          </p:cNvPr>
          <p:cNvSpPr>
            <a:spLocks xmlns:a="http://schemas.openxmlformats.org/drawingml/2006/main" noGrp="1"/>
          </p:cNvSpPr>
          <p:nvPr/>
        </p:nvSpPr>
        <p:spPr>
          <a:xfrm xmlns:a="http://schemas.openxmlformats.org/drawingml/2006/main">
            <a:off x="4186195" y="228343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B0400E97-DAC7-4B4E-96CA-C976A4CB3C89}"/>
              </a:ext>
            </a:extLst>
          </p:cNvPr>
          <p:cNvSpPr>
            <a:spLocks xmlns:a="http://schemas.openxmlformats.org/drawingml/2006/main" noGrp="1"/>
          </p:cNvSpPr>
          <p:nvPr/>
        </p:nvSpPr>
        <p:spPr>
          <a:xfrm xmlns:a="http://schemas.openxmlformats.org/drawingml/2006/main">
            <a:off x="3281363" y="1772412"/>
            <a:ext cx="93345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RC + MAVLink RF</a:t>
            </a:r>
          </a:p>
        </p:txBody>
      </p:sp>
      <p:sp>
        <p:nvSpPr>
          <p:cNvPr id="11" name="arrow-head">
            <a:extLst xmlns:a="http://schemas.openxmlformats.org/drawingml/2006/main">
              <a:ext uri="{FF2B5EF4-FFF2-40B4-BE49-F238E27FC236}">
                <a16:creationId xmlns:a16="http://schemas.microsoft.com/office/drawing/2014/main" id="{669155F9-2EA8-4AF2-A852-2CF0B8BA45F0}"/>
              </a:ext>
            </a:extLst>
          </p:cNvPr>
          <p:cNvSpPr>
            <a:spLocks xmlns:a="http://schemas.openxmlformats.org/drawingml/2006/main" noGrp="1"/>
          </p:cNvSpPr>
          <p:nvPr/>
        </p:nvSpPr>
        <p:spPr>
          <a:xfrm xmlns:a="http://schemas.openxmlformats.org/drawingml/2006/main">
            <a:off x="3224213" y="2283432"/>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8BFA3105-ECDA-4621-8E5E-5F2B50B9E13D}"/>
              </a:ext>
            </a:extLst>
          </p:cNvPr>
          <p:cNvSpPr>
            <a:spLocks xmlns:a="http://schemas.openxmlformats.org/drawingml/2006/main" noGrp="1"/>
          </p:cNvSpPr>
          <p:nvPr/>
        </p:nvSpPr>
        <p:spPr>
          <a:xfrm xmlns:a="http://schemas.openxmlformats.org/drawingml/2006/main">
            <a:off x="3224213" y="2324862"/>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13" name="relationship">
            <a:extLst xmlns:a="http://schemas.openxmlformats.org/drawingml/2006/main">
              <a:ext uri="{FF2B5EF4-FFF2-40B4-BE49-F238E27FC236}">
                <a16:creationId xmlns:a16="http://schemas.microsoft.com/office/drawing/2014/main" id="{4578174C-058F-438A-A060-5A410D012B58}"/>
              </a:ext>
            </a:extLst>
          </p:cNvPr>
          <p:cNvSpPr>
            <a:spLocks xmlns:a="http://schemas.openxmlformats.org/drawingml/2006/main" noGrp="1"/>
          </p:cNvSpPr>
          <p:nvPr/>
        </p:nvSpPr>
        <p:spPr>
          <a:xfrm xmlns:a="http://schemas.openxmlformats.org/drawingml/2006/main">
            <a:off x="6577013" y="2324862"/>
            <a:ext cx="1362075" cy="9525"/>
          </a:xfrm>
          <a:custGeom xmlns:a="http://schemas.openxmlformats.org/drawingml/2006/main">
            <a:pathLst>
              <a:path w="1362075" h="9525">
                <a:moveTo>
                  <a:pt x="0" y="0"/>
                </a:moveTo>
                <a:lnTo>
                  <a:pt x="1362075" y="0"/>
                </a:lnTo>
              </a:path>
            </a:pathLst>
          </a:custGeom>
          <a:noFill xmlns:a="http://schemas.openxmlformats.org/drawingml/2006/main"/>
          <a:ln xmlns:a="http://schemas.openxmlformats.org/drawingml/2006/main" w="19050">
            <a:solidFill>
              <a:srgbClr val="087E8B"/>
            </a:solidFill>
            <a:prstDash val="solid"/>
          </a:ln>
        </p:spPr>
      </p:sp>
      <p:sp>
        <p:nvSpPr>
          <p:cNvPr id="14" name="arrow-head">
            <a:extLst xmlns:a="http://schemas.openxmlformats.org/drawingml/2006/main">
              <a:ext uri="{FF2B5EF4-FFF2-40B4-BE49-F238E27FC236}">
                <a16:creationId xmlns:a16="http://schemas.microsoft.com/office/drawing/2014/main" id="{B642C5BA-9F91-4BBD-AEE4-8ABFD61998FD}"/>
              </a:ext>
            </a:extLst>
          </p:cNvPr>
          <p:cNvSpPr>
            <a:spLocks xmlns:a="http://schemas.openxmlformats.org/drawingml/2006/main" noGrp="1"/>
          </p:cNvSpPr>
          <p:nvPr/>
        </p:nvSpPr>
        <p:spPr>
          <a:xfrm xmlns:a="http://schemas.openxmlformats.org/drawingml/2006/main">
            <a:off x="7853320" y="2324862"/>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15" name="arrow-head">
            <a:extLst xmlns:a="http://schemas.openxmlformats.org/drawingml/2006/main">
              <a:ext uri="{FF2B5EF4-FFF2-40B4-BE49-F238E27FC236}">
                <a16:creationId xmlns:a16="http://schemas.microsoft.com/office/drawing/2014/main" id="{5F61D7CF-1B52-4323-9501-5C60AAAFF7D9}"/>
              </a:ext>
            </a:extLst>
          </p:cNvPr>
          <p:cNvSpPr>
            <a:spLocks xmlns:a="http://schemas.openxmlformats.org/drawingml/2006/main" noGrp="1"/>
          </p:cNvSpPr>
          <p:nvPr/>
        </p:nvSpPr>
        <p:spPr>
          <a:xfrm xmlns:a="http://schemas.openxmlformats.org/drawingml/2006/main">
            <a:off x="7853320" y="228343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6" name="relationship-label">
            <a:extLst xmlns:a="http://schemas.openxmlformats.org/drawingml/2006/main">
              <a:ext uri="{FF2B5EF4-FFF2-40B4-BE49-F238E27FC236}">
                <a16:creationId xmlns:a16="http://schemas.microsoft.com/office/drawing/2014/main" id="{0749919D-9E4E-4FFA-A206-DA1A67E43CFB}"/>
              </a:ext>
            </a:extLst>
          </p:cNvPr>
          <p:cNvSpPr>
            <a:spLocks xmlns:a="http://schemas.openxmlformats.org/drawingml/2006/main" noGrp="1"/>
          </p:cNvSpPr>
          <p:nvPr/>
        </p:nvSpPr>
        <p:spPr>
          <a:xfrm xmlns:a="http://schemas.openxmlformats.org/drawingml/2006/main">
            <a:off x="6634163" y="1772412"/>
            <a:ext cx="12477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UART6 TX/RX</a:t>
            </a:r>
          </a:p>
        </p:txBody>
      </p:sp>
      <p:sp>
        <p:nvSpPr>
          <p:cNvPr id="17" name="arrow-head">
            <a:extLst xmlns:a="http://schemas.openxmlformats.org/drawingml/2006/main">
              <a:ext uri="{FF2B5EF4-FFF2-40B4-BE49-F238E27FC236}">
                <a16:creationId xmlns:a16="http://schemas.microsoft.com/office/drawing/2014/main" id="{C807D7ED-8A40-40A9-8070-B20234FE4F0C}"/>
              </a:ext>
            </a:extLst>
          </p:cNvPr>
          <p:cNvSpPr>
            <a:spLocks xmlns:a="http://schemas.openxmlformats.org/drawingml/2006/main" noGrp="1"/>
          </p:cNvSpPr>
          <p:nvPr/>
        </p:nvSpPr>
        <p:spPr>
          <a:xfrm xmlns:a="http://schemas.openxmlformats.org/drawingml/2006/main">
            <a:off x="6577013" y="2283432"/>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18" name="arrow-head">
            <a:extLst xmlns:a="http://schemas.openxmlformats.org/drawingml/2006/main">
              <a:ext uri="{FF2B5EF4-FFF2-40B4-BE49-F238E27FC236}">
                <a16:creationId xmlns:a16="http://schemas.microsoft.com/office/drawing/2014/main" id="{61B9EEC2-CB9D-4D4E-AC5E-C6272C105233}"/>
              </a:ext>
            </a:extLst>
          </p:cNvPr>
          <p:cNvSpPr>
            <a:spLocks xmlns:a="http://schemas.openxmlformats.org/drawingml/2006/main" noGrp="1"/>
          </p:cNvSpPr>
          <p:nvPr/>
        </p:nvSpPr>
        <p:spPr>
          <a:xfrm xmlns:a="http://schemas.openxmlformats.org/drawingml/2006/main">
            <a:off x="6577013" y="2324862"/>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19" name="relationship">
            <a:extLst xmlns:a="http://schemas.openxmlformats.org/drawingml/2006/main">
              <a:ext uri="{FF2B5EF4-FFF2-40B4-BE49-F238E27FC236}">
                <a16:creationId xmlns:a16="http://schemas.microsoft.com/office/drawing/2014/main" id="{9E2785F6-B466-4B59-BEB1-241C44A2289F}"/>
              </a:ext>
            </a:extLst>
          </p:cNvPr>
          <p:cNvSpPr>
            <a:spLocks xmlns:a="http://schemas.openxmlformats.org/drawingml/2006/main" noGrp="1"/>
          </p:cNvSpPr>
          <p:nvPr/>
        </p:nvSpPr>
        <p:spPr>
          <a:xfrm xmlns:a="http://schemas.openxmlformats.org/drawingml/2006/main">
            <a:off x="3224213" y="3676460"/>
            <a:ext cx="1047750" cy="9525"/>
          </a:xfrm>
          <a:custGeom xmlns:a="http://schemas.openxmlformats.org/drawingml/2006/main">
            <a:pathLst>
              <a:path w="1047750" h="9525">
                <a:moveTo>
                  <a:pt x="0" y="0"/>
                </a:moveTo>
                <a:lnTo>
                  <a:pt x="1047750" y="0"/>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0AD63CDE-AE83-4FAF-AE81-8E47AF60A1A2}"/>
              </a:ext>
            </a:extLst>
          </p:cNvPr>
          <p:cNvSpPr>
            <a:spLocks xmlns:a="http://schemas.openxmlformats.org/drawingml/2006/main" noGrp="1"/>
          </p:cNvSpPr>
          <p:nvPr/>
        </p:nvSpPr>
        <p:spPr>
          <a:xfrm xmlns:a="http://schemas.openxmlformats.org/drawingml/2006/main">
            <a:off x="4186195" y="3676460"/>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360BF12A-EB14-453B-8214-942839B00BE6}"/>
              </a:ext>
            </a:extLst>
          </p:cNvPr>
          <p:cNvSpPr>
            <a:spLocks xmlns:a="http://schemas.openxmlformats.org/drawingml/2006/main" noGrp="1"/>
          </p:cNvSpPr>
          <p:nvPr/>
        </p:nvSpPr>
        <p:spPr>
          <a:xfrm xmlns:a="http://schemas.openxmlformats.org/drawingml/2006/main">
            <a:off x="4186195" y="3635029"/>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F6FD8E16-6A72-4595-BB43-C690A93F239A}"/>
              </a:ext>
            </a:extLst>
          </p:cNvPr>
          <p:cNvSpPr>
            <a:spLocks xmlns:a="http://schemas.openxmlformats.org/drawingml/2006/main" noGrp="1"/>
          </p:cNvSpPr>
          <p:nvPr/>
        </p:nvSpPr>
        <p:spPr>
          <a:xfrm xmlns:a="http://schemas.openxmlformats.org/drawingml/2006/main">
            <a:off x="3281363" y="3124010"/>
            <a:ext cx="93345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UDP / serial</a:t>
            </a:r>
          </a:p>
        </p:txBody>
      </p:sp>
      <p:sp>
        <p:nvSpPr>
          <p:cNvPr id="23" name="arrow-head">
            <a:extLst xmlns:a="http://schemas.openxmlformats.org/drawingml/2006/main">
              <a:ext uri="{FF2B5EF4-FFF2-40B4-BE49-F238E27FC236}">
                <a16:creationId xmlns:a16="http://schemas.microsoft.com/office/drawing/2014/main" id="{BD49B8D5-F75D-44D8-8BB8-3A47E77632F2}"/>
              </a:ext>
            </a:extLst>
          </p:cNvPr>
          <p:cNvSpPr>
            <a:spLocks xmlns:a="http://schemas.openxmlformats.org/drawingml/2006/main" noGrp="1"/>
          </p:cNvSpPr>
          <p:nvPr/>
        </p:nvSpPr>
        <p:spPr>
          <a:xfrm xmlns:a="http://schemas.openxmlformats.org/drawingml/2006/main">
            <a:off x="3224213" y="3635029"/>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975B812C-D7E6-450B-948C-C967195F4382}"/>
              </a:ext>
            </a:extLst>
          </p:cNvPr>
          <p:cNvSpPr>
            <a:spLocks xmlns:a="http://schemas.openxmlformats.org/drawingml/2006/main" noGrp="1"/>
          </p:cNvSpPr>
          <p:nvPr/>
        </p:nvSpPr>
        <p:spPr>
          <a:xfrm xmlns:a="http://schemas.openxmlformats.org/drawingml/2006/main">
            <a:off x="3224213" y="367646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25" name="relationship">
            <a:extLst xmlns:a="http://schemas.openxmlformats.org/drawingml/2006/main">
              <a:ext uri="{FF2B5EF4-FFF2-40B4-BE49-F238E27FC236}">
                <a16:creationId xmlns:a16="http://schemas.microsoft.com/office/drawing/2014/main" id="{02D0F42A-3EA1-48A4-8360-A470E45EBBEA}"/>
              </a:ext>
            </a:extLst>
          </p:cNvPr>
          <p:cNvSpPr>
            <a:spLocks xmlns:a="http://schemas.openxmlformats.org/drawingml/2006/main" noGrp="1"/>
          </p:cNvSpPr>
          <p:nvPr/>
        </p:nvSpPr>
        <p:spPr>
          <a:xfrm xmlns:a="http://schemas.openxmlformats.org/drawingml/2006/main">
            <a:off x="5424488" y="2636139"/>
            <a:ext cx="9525" cy="729044"/>
          </a:xfrm>
          <a:custGeom xmlns:a="http://schemas.openxmlformats.org/drawingml/2006/main">
            <a:pathLst>
              <a:path w="9525" h="729044">
                <a:moveTo>
                  <a:pt x="0" y="729044"/>
                </a:moveTo>
                <a:lnTo>
                  <a:pt x="0" y="0"/>
                </a:lnTo>
              </a:path>
            </a:pathLst>
          </a:custGeom>
          <a:noFill xmlns:a="http://schemas.openxmlformats.org/drawingml/2006/main"/>
          <a:ln xmlns:a="http://schemas.openxmlformats.org/drawingml/2006/main" w="19050">
            <a:solidFill>
              <a:srgbClr val="087E8B"/>
            </a:solidFill>
            <a:prstDash val="solid"/>
          </a:ln>
        </p:spPr>
      </p:sp>
      <p:sp>
        <p:nvSpPr>
          <p:cNvPr id="26" name="arrow-head">
            <a:extLst xmlns:a="http://schemas.openxmlformats.org/drawingml/2006/main">
              <a:ext uri="{FF2B5EF4-FFF2-40B4-BE49-F238E27FC236}">
                <a16:creationId xmlns:a16="http://schemas.microsoft.com/office/drawing/2014/main" id="{3A1C8C16-E4C0-45EA-AE10-CBA3E992D8F3}"/>
              </a:ext>
            </a:extLst>
          </p:cNvPr>
          <p:cNvSpPr>
            <a:spLocks xmlns:a="http://schemas.openxmlformats.org/drawingml/2006/main" noGrp="1"/>
          </p:cNvSpPr>
          <p:nvPr/>
        </p:nvSpPr>
        <p:spPr>
          <a:xfrm xmlns:a="http://schemas.openxmlformats.org/drawingml/2006/main">
            <a:off x="5424488" y="2636139"/>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19050">
            <a:solidFill>
              <a:srgbClr val="087E8B"/>
            </a:solidFill>
            <a:prstDash val="solid"/>
          </a:ln>
        </p:spPr>
      </p:sp>
      <p:sp>
        <p:nvSpPr>
          <p:cNvPr id="27" name="arrow-head">
            <a:extLst xmlns:a="http://schemas.openxmlformats.org/drawingml/2006/main">
              <a:ext uri="{FF2B5EF4-FFF2-40B4-BE49-F238E27FC236}">
                <a16:creationId xmlns:a16="http://schemas.microsoft.com/office/drawing/2014/main" id="{8572A031-0ACA-4E3A-BB80-CCA6127D4673}"/>
              </a:ext>
            </a:extLst>
          </p:cNvPr>
          <p:cNvSpPr>
            <a:spLocks xmlns:a="http://schemas.openxmlformats.org/drawingml/2006/main" noGrp="1"/>
          </p:cNvSpPr>
          <p:nvPr/>
        </p:nvSpPr>
        <p:spPr>
          <a:xfrm xmlns:a="http://schemas.openxmlformats.org/drawingml/2006/main">
            <a:off x="5383057" y="2636139"/>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19050">
            <a:solidFill>
              <a:srgbClr val="087E8B"/>
            </a:solidFill>
            <a:prstDash val="solid"/>
          </a:ln>
        </p:spPr>
      </p:sp>
      <p:sp>
        <p:nvSpPr>
          <p:cNvPr id="28" name="relationship-label">
            <a:extLst xmlns:a="http://schemas.openxmlformats.org/drawingml/2006/main">
              <a:ext uri="{FF2B5EF4-FFF2-40B4-BE49-F238E27FC236}">
                <a16:creationId xmlns:a16="http://schemas.microsoft.com/office/drawing/2014/main" id="{A688C6EF-B74C-441D-BAEE-5F0A49B62C5B}"/>
              </a:ext>
            </a:extLst>
          </p:cNvPr>
          <p:cNvSpPr>
            <a:spLocks xmlns:a="http://schemas.openxmlformats.org/drawingml/2006/main" noGrp="1"/>
          </p:cNvSpPr>
          <p:nvPr/>
        </p:nvSpPr>
        <p:spPr>
          <a:xfrm xmlns:a="http://schemas.openxmlformats.org/drawingml/2006/main">
            <a:off x="4652963" y="2714911"/>
            <a:ext cx="1543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via TX RF link</a:t>
            </a:r>
          </a:p>
        </p:txBody>
      </p:sp>
      <p:sp>
        <p:nvSpPr>
          <p:cNvPr id="29" name="arrow-head">
            <a:extLst xmlns:a="http://schemas.openxmlformats.org/drawingml/2006/main">
              <a:ext uri="{FF2B5EF4-FFF2-40B4-BE49-F238E27FC236}">
                <a16:creationId xmlns:a16="http://schemas.microsoft.com/office/drawing/2014/main" id="{3980E0CC-0F59-483B-BD15-14C2F4DD352D}"/>
              </a:ext>
            </a:extLst>
          </p:cNvPr>
          <p:cNvSpPr>
            <a:spLocks xmlns:a="http://schemas.openxmlformats.org/drawingml/2006/main" noGrp="1"/>
          </p:cNvSpPr>
          <p:nvPr/>
        </p:nvSpPr>
        <p:spPr>
          <a:xfrm xmlns:a="http://schemas.openxmlformats.org/drawingml/2006/main">
            <a:off x="5383057" y="3279415"/>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30" name="arrow-head">
            <a:extLst xmlns:a="http://schemas.openxmlformats.org/drawingml/2006/main">
              <a:ext uri="{FF2B5EF4-FFF2-40B4-BE49-F238E27FC236}">
                <a16:creationId xmlns:a16="http://schemas.microsoft.com/office/drawing/2014/main" id="{43731EDA-65AA-443B-A1EB-1714BD56C35F}"/>
              </a:ext>
            </a:extLst>
          </p:cNvPr>
          <p:cNvSpPr>
            <a:spLocks xmlns:a="http://schemas.openxmlformats.org/drawingml/2006/main" noGrp="1"/>
          </p:cNvSpPr>
          <p:nvPr/>
        </p:nvSpPr>
        <p:spPr>
          <a:xfrm xmlns:a="http://schemas.openxmlformats.org/drawingml/2006/main">
            <a:off x="5424488" y="3279415"/>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31" name="relationship">
            <a:extLst xmlns:a="http://schemas.openxmlformats.org/drawingml/2006/main">
              <a:ext uri="{FF2B5EF4-FFF2-40B4-BE49-F238E27FC236}">
                <a16:creationId xmlns:a16="http://schemas.microsoft.com/office/drawing/2014/main" id="{3939B213-6059-42A5-B176-3E1B0FC8A320}"/>
              </a:ext>
            </a:extLst>
          </p:cNvPr>
          <p:cNvSpPr>
            <a:spLocks xmlns:a="http://schemas.openxmlformats.org/drawingml/2006/main" noGrp="1"/>
          </p:cNvSpPr>
          <p:nvPr/>
        </p:nvSpPr>
        <p:spPr>
          <a:xfrm xmlns:a="http://schemas.openxmlformats.org/drawingml/2006/main">
            <a:off x="6577013" y="5028057"/>
            <a:ext cx="1362075" cy="9525"/>
          </a:xfrm>
          <a:custGeom xmlns:a="http://schemas.openxmlformats.org/drawingml/2006/main">
            <a:pathLst>
              <a:path w="1362075" h="9525">
                <a:moveTo>
                  <a:pt x="1362075" y="0"/>
                </a:moveTo>
                <a:lnTo>
                  <a:pt x="0" y="0"/>
                </a:lnTo>
              </a:path>
            </a:pathLst>
          </a:custGeom>
          <a:noFill xmlns:a="http://schemas.openxmlformats.org/drawingml/2006/main"/>
          <a:ln xmlns:a="http://schemas.openxmlformats.org/drawingml/2006/main" w="19050">
            <a:solidFill>
              <a:srgbClr val="087E8B"/>
            </a:solidFill>
            <a:prstDash val="solid"/>
          </a:ln>
        </p:spPr>
      </p:sp>
      <p:sp>
        <p:nvSpPr>
          <p:cNvPr id="32" name="arrow-head">
            <a:extLst xmlns:a="http://schemas.openxmlformats.org/drawingml/2006/main">
              <a:ext uri="{FF2B5EF4-FFF2-40B4-BE49-F238E27FC236}">
                <a16:creationId xmlns:a16="http://schemas.microsoft.com/office/drawing/2014/main" id="{1FCF7159-F6DB-4825-ACA6-9A4AFDBC32DA}"/>
              </a:ext>
            </a:extLst>
          </p:cNvPr>
          <p:cNvSpPr>
            <a:spLocks xmlns:a="http://schemas.openxmlformats.org/drawingml/2006/main" noGrp="1"/>
          </p:cNvSpPr>
          <p:nvPr/>
        </p:nvSpPr>
        <p:spPr>
          <a:xfrm xmlns:a="http://schemas.openxmlformats.org/drawingml/2006/main">
            <a:off x="6577013" y="4986627"/>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33" name="arrow-head">
            <a:extLst xmlns:a="http://schemas.openxmlformats.org/drawingml/2006/main">
              <a:ext uri="{FF2B5EF4-FFF2-40B4-BE49-F238E27FC236}">
                <a16:creationId xmlns:a16="http://schemas.microsoft.com/office/drawing/2014/main" id="{2974B0D9-1E90-467A-B154-A02CC6EC602B}"/>
              </a:ext>
            </a:extLst>
          </p:cNvPr>
          <p:cNvSpPr>
            <a:spLocks xmlns:a="http://schemas.openxmlformats.org/drawingml/2006/main" noGrp="1"/>
          </p:cNvSpPr>
          <p:nvPr/>
        </p:nvSpPr>
        <p:spPr>
          <a:xfrm xmlns:a="http://schemas.openxmlformats.org/drawingml/2006/main">
            <a:off x="6577013" y="5028057"/>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34" name="relationship-label">
            <a:extLst xmlns:a="http://schemas.openxmlformats.org/drawingml/2006/main">
              <a:ext uri="{FF2B5EF4-FFF2-40B4-BE49-F238E27FC236}">
                <a16:creationId xmlns:a16="http://schemas.microsoft.com/office/drawing/2014/main" id="{79A8739E-A9B6-4747-AFE1-67B4A4B548EF}"/>
              </a:ext>
            </a:extLst>
          </p:cNvPr>
          <p:cNvSpPr>
            <a:spLocks xmlns:a="http://schemas.openxmlformats.org/drawingml/2006/main" noGrp="1"/>
          </p:cNvSpPr>
          <p:nvPr/>
        </p:nvSpPr>
        <p:spPr>
          <a:xfrm xmlns:a="http://schemas.openxmlformats.org/drawingml/2006/main">
            <a:off x="6634163" y="4475607"/>
            <a:ext cx="12477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analog RF video</a:t>
            </a:r>
          </a:p>
        </p:txBody>
      </p:sp>
      <p:sp>
        <p:nvSpPr>
          <p:cNvPr id="35" name="relationship">
            <a:extLst xmlns:a="http://schemas.openxmlformats.org/drawingml/2006/main">
              <a:ext uri="{FF2B5EF4-FFF2-40B4-BE49-F238E27FC236}">
                <a16:creationId xmlns:a16="http://schemas.microsoft.com/office/drawing/2014/main" id="{9FF807DA-5B19-43C9-823B-75F4940A65A0}"/>
              </a:ext>
            </a:extLst>
          </p:cNvPr>
          <p:cNvSpPr>
            <a:spLocks xmlns:a="http://schemas.openxmlformats.org/drawingml/2006/main" noGrp="1"/>
          </p:cNvSpPr>
          <p:nvPr/>
        </p:nvSpPr>
        <p:spPr>
          <a:xfrm xmlns:a="http://schemas.openxmlformats.org/drawingml/2006/main">
            <a:off x="3224213" y="5028057"/>
            <a:ext cx="1047750" cy="9525"/>
          </a:xfrm>
          <a:custGeom xmlns:a="http://schemas.openxmlformats.org/drawingml/2006/main">
            <a:pathLst>
              <a:path w="1047750" h="9525">
                <a:moveTo>
                  <a:pt x="1047750" y="0"/>
                </a:moveTo>
                <a:lnTo>
                  <a:pt x="0" y="0"/>
                </a:lnTo>
              </a:path>
            </a:pathLst>
          </a:custGeom>
          <a:noFill xmlns:a="http://schemas.openxmlformats.org/drawingml/2006/main"/>
          <a:ln xmlns:a="http://schemas.openxmlformats.org/drawingml/2006/main" w="19050">
            <a:solidFill>
              <a:srgbClr val="087E8B"/>
            </a:solidFill>
            <a:prstDash val="solid"/>
          </a:ln>
        </p:spPr>
      </p:sp>
      <p:sp>
        <p:nvSpPr>
          <p:cNvPr id="36" name="arrow-head">
            <a:extLst xmlns:a="http://schemas.openxmlformats.org/drawingml/2006/main">
              <a:ext uri="{FF2B5EF4-FFF2-40B4-BE49-F238E27FC236}">
                <a16:creationId xmlns:a16="http://schemas.microsoft.com/office/drawing/2014/main" id="{740C9265-1910-4AEA-B32B-D82F83E2F94E}"/>
              </a:ext>
            </a:extLst>
          </p:cNvPr>
          <p:cNvSpPr>
            <a:spLocks xmlns:a="http://schemas.openxmlformats.org/drawingml/2006/main" noGrp="1"/>
          </p:cNvSpPr>
          <p:nvPr/>
        </p:nvSpPr>
        <p:spPr>
          <a:xfrm xmlns:a="http://schemas.openxmlformats.org/drawingml/2006/main">
            <a:off x="3224213" y="4986627"/>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37" name="arrow-head">
            <a:extLst xmlns:a="http://schemas.openxmlformats.org/drawingml/2006/main">
              <a:ext uri="{FF2B5EF4-FFF2-40B4-BE49-F238E27FC236}">
                <a16:creationId xmlns:a16="http://schemas.microsoft.com/office/drawing/2014/main" id="{F9979352-350D-4521-B884-FAD29842088E}"/>
              </a:ext>
            </a:extLst>
          </p:cNvPr>
          <p:cNvSpPr>
            <a:spLocks xmlns:a="http://schemas.openxmlformats.org/drawingml/2006/main" noGrp="1"/>
          </p:cNvSpPr>
          <p:nvPr/>
        </p:nvSpPr>
        <p:spPr>
          <a:xfrm xmlns:a="http://schemas.openxmlformats.org/drawingml/2006/main">
            <a:off x="3224213" y="5028057"/>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38" name="relationship-label">
            <a:extLst xmlns:a="http://schemas.openxmlformats.org/drawingml/2006/main">
              <a:ext uri="{FF2B5EF4-FFF2-40B4-BE49-F238E27FC236}">
                <a16:creationId xmlns:a16="http://schemas.microsoft.com/office/drawing/2014/main" id="{AB90974C-92E0-4A5A-884B-4A1989AF0158}"/>
              </a:ext>
            </a:extLst>
          </p:cNvPr>
          <p:cNvSpPr>
            <a:spLocks xmlns:a="http://schemas.openxmlformats.org/drawingml/2006/main" noGrp="1"/>
          </p:cNvSpPr>
          <p:nvPr/>
        </p:nvSpPr>
        <p:spPr>
          <a:xfrm xmlns:a="http://schemas.openxmlformats.org/drawingml/2006/main">
            <a:off x="3281363" y="4475607"/>
            <a:ext cx="93345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USB video</a:t>
            </a:r>
          </a:p>
        </p:txBody>
      </p:sp>
      <p:sp>
        <p:nvSpPr>
          <p:cNvPr id="39" name="radio">
            <a:extLst xmlns:a="http://schemas.openxmlformats.org/drawingml/2006/main">
              <a:ext uri="{FF2B5EF4-FFF2-40B4-BE49-F238E27FC236}">
                <a16:creationId xmlns:a16="http://schemas.microsoft.com/office/drawing/2014/main" id="{5F6F1E87-0A5C-4244-A751-71D8874BFA2D}"/>
              </a:ext>
            </a:extLst>
          </p:cNvPr>
          <p:cNvSpPr>
            <a:spLocks xmlns:a="http://schemas.openxmlformats.org/drawingml/2006/main" noGrp="1"/>
          </p:cNvSpPr>
          <p:nvPr/>
        </p:nvSpPr>
        <p:spPr>
          <a:xfrm xmlns:a="http://schemas.openxmlformats.org/drawingml/2006/main">
            <a:off x="919163" y="2013585"/>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0" name="radio-label">
            <a:extLst xmlns:a="http://schemas.openxmlformats.org/drawingml/2006/main">
              <a:ext uri="{FF2B5EF4-FFF2-40B4-BE49-F238E27FC236}">
                <a16:creationId xmlns:a16="http://schemas.microsoft.com/office/drawing/2014/main" id="{CACAE623-455B-44A2-88E0-D1500D076858}"/>
              </a:ext>
            </a:extLst>
          </p:cNvPr>
          <p:cNvSpPr>
            <a:spLocks xmlns:a="http://schemas.openxmlformats.org/drawingml/2006/main" noGrp="1"/>
          </p:cNvSpPr>
          <p:nvPr/>
        </p:nvSpPr>
        <p:spPr>
          <a:xfrm xmlns:a="http://schemas.openxmlformats.org/drawingml/2006/main">
            <a:off x="995363" y="2051685"/>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Pilot / radio</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ELRS TX module</a:t>
            </a:r>
          </a:p>
        </p:txBody>
      </p:sp>
      <p:sp>
        <p:nvSpPr>
          <p:cNvPr id="41" name="rx">
            <a:extLst xmlns:a="http://schemas.openxmlformats.org/drawingml/2006/main">
              <a:ext uri="{FF2B5EF4-FFF2-40B4-BE49-F238E27FC236}">
                <a16:creationId xmlns:a16="http://schemas.microsoft.com/office/drawing/2014/main" id="{2F318009-63EB-4257-B6B7-B0EAA84B6375}"/>
              </a:ext>
            </a:extLst>
          </p:cNvPr>
          <p:cNvSpPr>
            <a:spLocks xmlns:a="http://schemas.openxmlformats.org/drawingml/2006/main" noGrp="1"/>
          </p:cNvSpPr>
          <p:nvPr/>
        </p:nvSpPr>
        <p:spPr>
          <a:xfrm xmlns:a="http://schemas.openxmlformats.org/drawingml/2006/main">
            <a:off x="4271963" y="2013585"/>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2" name="rx-label">
            <a:extLst xmlns:a="http://schemas.openxmlformats.org/drawingml/2006/main">
              <a:ext uri="{FF2B5EF4-FFF2-40B4-BE49-F238E27FC236}">
                <a16:creationId xmlns:a16="http://schemas.microsoft.com/office/drawing/2014/main" id="{87621AF8-507A-4773-9A1A-6D92AC34C8A8}"/>
              </a:ext>
            </a:extLst>
          </p:cNvPr>
          <p:cNvSpPr>
            <a:spLocks xmlns:a="http://schemas.openxmlformats.org/drawingml/2006/main" noGrp="1"/>
          </p:cNvSpPr>
          <p:nvPr/>
        </p:nvSpPr>
        <p:spPr>
          <a:xfrm xmlns:a="http://schemas.openxmlformats.org/drawingml/2006/main">
            <a:off x="4348163" y="2051685"/>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Aircraft ELRS RX</a:t>
            </a:r>
          </a:p>
        </p:txBody>
      </p:sp>
      <p:sp>
        <p:nvSpPr>
          <p:cNvPr id="43" name="fc">
            <a:extLst xmlns:a="http://schemas.openxmlformats.org/drawingml/2006/main">
              <a:ext uri="{FF2B5EF4-FFF2-40B4-BE49-F238E27FC236}">
                <a16:creationId xmlns:a16="http://schemas.microsoft.com/office/drawing/2014/main" id="{2A783887-57F7-4464-9FDD-20B97C17A6A6}"/>
              </a:ext>
            </a:extLst>
          </p:cNvPr>
          <p:cNvSpPr>
            <a:spLocks xmlns:a="http://schemas.openxmlformats.org/drawingml/2006/main" noGrp="1"/>
          </p:cNvSpPr>
          <p:nvPr/>
        </p:nvSpPr>
        <p:spPr>
          <a:xfrm xmlns:a="http://schemas.openxmlformats.org/drawingml/2006/main">
            <a:off x="7939088" y="2013585"/>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4" name="fc-label">
            <a:extLst xmlns:a="http://schemas.openxmlformats.org/drawingml/2006/main">
              <a:ext uri="{FF2B5EF4-FFF2-40B4-BE49-F238E27FC236}">
                <a16:creationId xmlns:a16="http://schemas.microsoft.com/office/drawing/2014/main" id="{A14018EC-5D79-4289-86AD-D31660C5351F}"/>
              </a:ext>
            </a:extLst>
          </p:cNvPr>
          <p:cNvSpPr>
            <a:spLocks xmlns:a="http://schemas.openxmlformats.org/drawingml/2006/main" noGrp="1"/>
          </p:cNvSpPr>
          <p:nvPr/>
        </p:nvSpPr>
        <p:spPr>
          <a:xfrm xmlns:a="http://schemas.openxmlformats.org/drawingml/2006/main">
            <a:off x="8015288" y="2051685"/>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AIO + ArduCopter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stabilization / EKF</a:t>
            </a:r>
          </a:p>
        </p:txBody>
      </p:sp>
      <p:sp>
        <p:nvSpPr>
          <p:cNvPr id="45" name="laptop">
            <a:extLst xmlns:a="http://schemas.openxmlformats.org/drawingml/2006/main">
              <a:ext uri="{FF2B5EF4-FFF2-40B4-BE49-F238E27FC236}">
                <a16:creationId xmlns:a16="http://schemas.microsoft.com/office/drawing/2014/main" id="{6083B37E-DA59-4DA8-9391-B48B7E000035}"/>
              </a:ext>
            </a:extLst>
          </p:cNvPr>
          <p:cNvSpPr>
            <a:spLocks xmlns:a="http://schemas.openxmlformats.org/drawingml/2006/main" noGrp="1"/>
          </p:cNvSpPr>
          <p:nvPr/>
        </p:nvSpPr>
        <p:spPr>
          <a:xfrm xmlns:a="http://schemas.openxmlformats.org/drawingml/2006/main">
            <a:off x="919163" y="3365183"/>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6" name="laptop-label">
            <a:extLst xmlns:a="http://schemas.openxmlformats.org/drawingml/2006/main">
              <a:ext uri="{FF2B5EF4-FFF2-40B4-BE49-F238E27FC236}">
                <a16:creationId xmlns:a16="http://schemas.microsoft.com/office/drawing/2014/main" id="{3356E3B5-C79C-488A-A724-E07D119B2706}"/>
              </a:ext>
            </a:extLst>
          </p:cNvPr>
          <p:cNvSpPr>
            <a:spLocks xmlns:a="http://schemas.openxmlformats.org/drawingml/2006/main" noGrp="1"/>
          </p:cNvSpPr>
          <p:nvPr/>
        </p:nvSpPr>
        <p:spPr>
          <a:xfrm xmlns:a="http://schemas.openxmlformats.org/drawingml/2006/main">
            <a:off x="995363" y="3403283"/>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Laptop GCS</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MP or custom app</a:t>
            </a:r>
          </a:p>
        </p:txBody>
      </p:sp>
      <p:sp>
        <p:nvSpPr>
          <p:cNvPr id="47" name="bridge">
            <a:extLst xmlns:a="http://schemas.openxmlformats.org/drawingml/2006/main">
              <a:ext uri="{FF2B5EF4-FFF2-40B4-BE49-F238E27FC236}">
                <a16:creationId xmlns:a16="http://schemas.microsoft.com/office/drawing/2014/main" id="{08F29E4C-9489-4995-903C-853E4547FC88}"/>
              </a:ext>
            </a:extLst>
          </p:cNvPr>
          <p:cNvSpPr>
            <a:spLocks xmlns:a="http://schemas.openxmlformats.org/drawingml/2006/main" noGrp="1"/>
          </p:cNvSpPr>
          <p:nvPr/>
        </p:nvSpPr>
        <p:spPr>
          <a:xfrm xmlns:a="http://schemas.openxmlformats.org/drawingml/2006/main">
            <a:off x="4271963" y="3365183"/>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8" name="bridge-label">
            <a:extLst xmlns:a="http://schemas.openxmlformats.org/drawingml/2006/main">
              <a:ext uri="{FF2B5EF4-FFF2-40B4-BE49-F238E27FC236}">
                <a16:creationId xmlns:a16="http://schemas.microsoft.com/office/drawing/2014/main" id="{9B9251D3-4291-4124-A1FB-F7C3514FA227}"/>
              </a:ext>
            </a:extLst>
          </p:cNvPr>
          <p:cNvSpPr>
            <a:spLocks xmlns:a="http://schemas.openxmlformats.org/drawingml/2006/main" noGrp="1"/>
          </p:cNvSpPr>
          <p:nvPr/>
        </p:nvSpPr>
        <p:spPr>
          <a:xfrm xmlns:a="http://schemas.openxmlformats.org/drawingml/2006/main">
            <a:off x="4348163" y="3403283"/>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TX Backpack Wi-Fi</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or supported USB</a:t>
            </a:r>
          </a:p>
        </p:txBody>
      </p:sp>
      <p:sp>
        <p:nvSpPr>
          <p:cNvPr id="49" name="camera">
            <a:extLst xmlns:a="http://schemas.openxmlformats.org/drawingml/2006/main">
              <a:ext uri="{FF2B5EF4-FFF2-40B4-BE49-F238E27FC236}">
                <a16:creationId xmlns:a16="http://schemas.microsoft.com/office/drawing/2014/main" id="{C120603F-51A6-4B32-890A-97CF7D44F684}"/>
              </a:ext>
            </a:extLst>
          </p:cNvPr>
          <p:cNvSpPr>
            <a:spLocks xmlns:a="http://schemas.openxmlformats.org/drawingml/2006/main" noGrp="1"/>
          </p:cNvSpPr>
          <p:nvPr/>
        </p:nvSpPr>
        <p:spPr>
          <a:xfrm xmlns:a="http://schemas.openxmlformats.org/drawingml/2006/main">
            <a:off x="7939088" y="4716780"/>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50" name="camera-label">
            <a:extLst xmlns:a="http://schemas.openxmlformats.org/drawingml/2006/main">
              <a:ext uri="{FF2B5EF4-FFF2-40B4-BE49-F238E27FC236}">
                <a16:creationId xmlns:a16="http://schemas.microsoft.com/office/drawing/2014/main" id="{6F7B84C2-ADCC-4CBE-888A-EF8ABB599249}"/>
              </a:ext>
            </a:extLst>
          </p:cNvPr>
          <p:cNvSpPr>
            <a:spLocks xmlns:a="http://schemas.openxmlformats.org/drawingml/2006/main" noGrp="1"/>
          </p:cNvSpPr>
          <p:nvPr/>
        </p:nvSpPr>
        <p:spPr>
          <a:xfrm xmlns:a="http://schemas.openxmlformats.org/drawingml/2006/main">
            <a:off x="8015288" y="4754880"/>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FPV camera + OSD</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analog VTX</a:t>
            </a:r>
          </a:p>
        </p:txBody>
      </p:sp>
      <p:sp>
        <p:nvSpPr>
          <p:cNvPr id="51" name="vrx">
            <a:extLst xmlns:a="http://schemas.openxmlformats.org/drawingml/2006/main">
              <a:ext uri="{FF2B5EF4-FFF2-40B4-BE49-F238E27FC236}">
                <a16:creationId xmlns:a16="http://schemas.microsoft.com/office/drawing/2014/main" id="{999F7881-4E1E-4C07-9E55-6B2C27E06D9C}"/>
              </a:ext>
            </a:extLst>
          </p:cNvPr>
          <p:cNvSpPr>
            <a:spLocks xmlns:a="http://schemas.openxmlformats.org/drawingml/2006/main" noGrp="1"/>
          </p:cNvSpPr>
          <p:nvPr/>
        </p:nvSpPr>
        <p:spPr>
          <a:xfrm xmlns:a="http://schemas.openxmlformats.org/drawingml/2006/main">
            <a:off x="4271963" y="4716780"/>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52" name="vrx-label">
            <a:extLst xmlns:a="http://schemas.openxmlformats.org/drawingml/2006/main">
              <a:ext uri="{FF2B5EF4-FFF2-40B4-BE49-F238E27FC236}">
                <a16:creationId xmlns:a16="http://schemas.microsoft.com/office/drawing/2014/main" id="{914315C0-08D9-40B1-8EF2-DCDD7E3B394A}"/>
              </a:ext>
            </a:extLst>
          </p:cNvPr>
          <p:cNvSpPr>
            <a:spLocks xmlns:a="http://schemas.openxmlformats.org/drawingml/2006/main" noGrp="1"/>
          </p:cNvSpPr>
          <p:nvPr/>
        </p:nvSpPr>
        <p:spPr>
          <a:xfrm xmlns:a="http://schemas.openxmlformats.org/drawingml/2006/main">
            <a:off x="4348163" y="4754880"/>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5.8 GHz analog VRX</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USB capture or UVC</a:t>
            </a:r>
          </a:p>
        </p:txBody>
      </p:sp>
      <p:sp>
        <p:nvSpPr>
          <p:cNvPr id="53" name="ai">
            <a:extLst xmlns:a="http://schemas.openxmlformats.org/drawingml/2006/main">
              <a:ext uri="{FF2B5EF4-FFF2-40B4-BE49-F238E27FC236}">
                <a16:creationId xmlns:a16="http://schemas.microsoft.com/office/drawing/2014/main" id="{7E38EE13-259B-41D3-8D5F-1D643A020B1D}"/>
              </a:ext>
            </a:extLst>
          </p:cNvPr>
          <p:cNvSpPr>
            <a:spLocks xmlns:a="http://schemas.openxmlformats.org/drawingml/2006/main" noGrp="1"/>
          </p:cNvSpPr>
          <p:nvPr/>
        </p:nvSpPr>
        <p:spPr>
          <a:xfrm xmlns:a="http://schemas.openxmlformats.org/drawingml/2006/main">
            <a:off x="919163" y="4716780"/>
            <a:ext cx="23050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54" name="ai-label">
            <a:extLst xmlns:a="http://schemas.openxmlformats.org/drawingml/2006/main">
              <a:ext uri="{FF2B5EF4-FFF2-40B4-BE49-F238E27FC236}">
                <a16:creationId xmlns:a16="http://schemas.microsoft.com/office/drawing/2014/main" id="{CEAE8FC2-AF7F-42DB-BD9D-36713AB082A7}"/>
              </a:ext>
            </a:extLst>
          </p:cNvPr>
          <p:cNvSpPr>
            <a:spLocks xmlns:a="http://schemas.openxmlformats.org/drawingml/2006/main" noGrp="1"/>
          </p:cNvSpPr>
          <p:nvPr/>
        </p:nvSpPr>
        <p:spPr>
          <a:xfrm xmlns:a="http://schemas.openxmlformats.org/drawingml/2006/main">
            <a:off x="995363" y="4754880"/>
            <a:ext cx="21526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Laptop video / AI</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incidents / review</a:t>
            </a:r>
          </a:p>
        </p:txBody>
      </p:sp>
      <p:sp>
        <p:nvSpPr>
          <p:cNvPr id="55" name="diagram-caption">
            <a:extLst xmlns:a="http://schemas.openxmlformats.org/drawingml/2006/main">
              <a:ext uri="{FF2B5EF4-FFF2-40B4-BE49-F238E27FC236}">
                <a16:creationId xmlns:a16="http://schemas.microsoft.com/office/drawing/2014/main" id="{2EDC3577-94E2-4FDE-825A-02F4E26936D9}"/>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Telemetry is bidirectional. Video travels separately. The laptop bridge depends on the actual transmitter hardware.</a:t>
            </a:r>
          </a:p>
        </p:txBody>
      </p:sp>
    </p:spTree>
    <p:extLst>
      <p:ext uri="{BB962C8B-B14F-4D97-AF65-F5344CB8AC3E}">
        <p14:creationId xmlns:p14="http://schemas.microsoft.com/office/powerpoint/2010/main" val="19726433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9B1B718-7DFD-456D-BB16-0D819FB37FE4}"/>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08</a:t>
            </a:r>
          </a:p>
        </p:txBody>
      </p:sp>
      <p:sp>
        <p:nvSpPr>
          <p:cNvPr id="3" name="title">
            <a:extLst xmlns:a="http://schemas.openxmlformats.org/drawingml/2006/main">
              <a:ext uri="{FF2B5EF4-FFF2-40B4-BE49-F238E27FC236}">
                <a16:creationId xmlns:a16="http://schemas.microsoft.com/office/drawing/2014/main" id="{813375F3-5574-44A9-8591-BEB393680933}"/>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ELRS link and laptop bridging</a:t>
            </a:r>
          </a:p>
        </p:txBody>
      </p:sp>
      <p:sp>
        <p:nvSpPr>
          <p:cNvPr id="4" name="summary">
            <a:extLst xmlns:a="http://schemas.openxmlformats.org/drawingml/2006/main">
              <a:ext uri="{FF2B5EF4-FFF2-40B4-BE49-F238E27FC236}">
                <a16:creationId xmlns:a16="http://schemas.microsoft.com/office/drawing/2014/main" id="{F7B82AF1-481E-4AD5-BBD2-AC4E59A671D0}"/>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Native MAVLink is different from ordinary CRSF telemetry</a:t>
            </a:r>
          </a:p>
        </p:txBody>
      </p:sp>
      <p:sp>
        <p:nvSpPr>
          <p:cNvPr id="5" name="footer">
            <a:extLst xmlns:a="http://schemas.openxmlformats.org/drawingml/2006/main">
              <a:ext uri="{FF2B5EF4-FFF2-40B4-BE49-F238E27FC236}">
                <a16:creationId xmlns:a16="http://schemas.microsoft.com/office/drawing/2014/main" id="{18D20A29-FCE8-4B94-B6BB-A35C5C685E32}"/>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FAD1727F-5BD3-413C-AA52-2F6259271807}"/>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9 / 38</a:t>
            </a:r>
          </a:p>
        </p:txBody>
      </p:sp>
      <p:sp>
        <p:nvSpPr>
          <p:cNvPr id="7" name="point-index">
            <a:extLst xmlns:a="http://schemas.openxmlformats.org/drawingml/2006/main">
              <a:ext uri="{FF2B5EF4-FFF2-40B4-BE49-F238E27FC236}">
                <a16:creationId xmlns:a16="http://schemas.microsoft.com/office/drawing/2014/main" id="{D6CE6771-4E6F-410C-8805-86546220FF0B}"/>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3108B172-4807-45A7-B70C-E8CE3F8CEB5E}"/>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Native ELRS MAVLink carries RC plus bidirectional MAVLink over a supported RF setup.</a:t>
            </a:r>
          </a:p>
        </p:txBody>
      </p:sp>
      <p:sp>
        <p:nvSpPr>
          <p:cNvPr id="9" name="point-index">
            <a:extLst xmlns:a="http://schemas.openxmlformats.org/drawingml/2006/main">
              <a:ext uri="{FF2B5EF4-FFF2-40B4-BE49-F238E27FC236}">
                <a16:creationId xmlns:a16="http://schemas.microsoft.com/office/drawing/2014/main" id="{978F7809-0965-4E2D-9BAF-14E387892014}"/>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429E71DC-D226-4F85-BC26-A5B61CBDDE90}"/>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laptop may connect through a TX Backpack UDP bridge or supported transmitter USB.</a:t>
            </a:r>
          </a:p>
        </p:txBody>
      </p:sp>
      <p:sp>
        <p:nvSpPr>
          <p:cNvPr id="11" name="point-index">
            <a:extLst xmlns:a="http://schemas.openxmlformats.org/drawingml/2006/main">
              <a:ext uri="{FF2B5EF4-FFF2-40B4-BE49-F238E27FC236}">
                <a16:creationId xmlns:a16="http://schemas.microsoft.com/office/drawing/2014/main" id="{89F0242D-657C-463A-9920-4E896BFD4E62}"/>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55747943-A93B-40AA-825F-3D13F75CA2E3}"/>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Ordinary CRSF telemetry alone is not a general laptop MAVLink bridge.</a:t>
            </a:r>
          </a:p>
        </p:txBody>
      </p:sp>
      <p:sp>
        <p:nvSpPr>
          <p:cNvPr id="13" name="point-index">
            <a:extLst xmlns:a="http://schemas.openxmlformats.org/drawingml/2006/main">
              <a:ext uri="{FF2B5EF4-FFF2-40B4-BE49-F238E27FC236}">
                <a16:creationId xmlns:a16="http://schemas.microsoft.com/office/drawing/2014/main" id="{E7413163-B52C-4C73-80E3-225A22C6061B}"/>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DC95B702-31BC-456C-8D09-298E3BBBF338}"/>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Record the actual TX/RX models, firmware versions, bridge and serial settings.</a:t>
            </a:r>
          </a:p>
        </p:txBody>
      </p:sp>
    </p:spTree>
    <p:extLst>
      <p:ext uri="{BB962C8B-B14F-4D97-AF65-F5344CB8AC3E}">
        <p14:creationId xmlns:p14="http://schemas.microsoft.com/office/powerpoint/2010/main" val="9900245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9A92AE14-B145-4DAA-B8B0-7B88C2B58206}"/>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09</a:t>
            </a:r>
          </a:p>
        </p:txBody>
      </p:sp>
      <p:sp>
        <p:nvSpPr>
          <p:cNvPr id="3" name="title">
            <a:extLst xmlns:a="http://schemas.openxmlformats.org/drawingml/2006/main">
              <a:ext uri="{FF2B5EF4-FFF2-40B4-BE49-F238E27FC236}">
                <a16:creationId xmlns:a16="http://schemas.microsoft.com/office/drawing/2014/main" id="{6CEE236A-7433-447B-9802-A291102AEAF2}"/>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Wiring and interface register</a:t>
            </a:r>
          </a:p>
        </p:txBody>
      </p:sp>
      <p:sp>
        <p:nvSpPr>
          <p:cNvPr id="4" name="summary">
            <a:extLst xmlns:a="http://schemas.openxmlformats.org/drawingml/2006/main">
              <a:ext uri="{FF2B5EF4-FFF2-40B4-BE49-F238E27FC236}">
                <a16:creationId xmlns:a16="http://schemas.microsoft.com/office/drawing/2014/main" id="{BE092B80-ED5E-4E26-B7A1-C021BDA5E942}"/>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Record electrical connections separately from logical software links</a:t>
            </a:r>
          </a:p>
        </p:txBody>
      </p:sp>
      <p:sp>
        <p:nvSpPr>
          <p:cNvPr id="5" name="footer">
            <a:extLst xmlns:a="http://schemas.openxmlformats.org/drawingml/2006/main">
              <a:ext uri="{FF2B5EF4-FFF2-40B4-BE49-F238E27FC236}">
                <a16:creationId xmlns:a16="http://schemas.microsoft.com/office/drawing/2014/main" id="{4DE93BE1-772F-4855-B674-B1B433F242EC}"/>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C71561F4-ED6C-443A-9608-5211B768C0CA}"/>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10 / 38</a:t>
            </a:r>
          </a:p>
        </p:txBody>
      </p:sp>
      <p:sp>
        <p:nvSpPr>
          <p:cNvPr id="7" name="point-index">
            <a:extLst xmlns:a="http://schemas.openxmlformats.org/drawingml/2006/main">
              <a:ext uri="{FF2B5EF4-FFF2-40B4-BE49-F238E27FC236}">
                <a16:creationId xmlns:a16="http://schemas.microsoft.com/office/drawing/2014/main" id="{ABB8A528-58C6-493F-9BB4-50C48BE89138}"/>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0D6EA1CD-5570-4CE4-8FD0-0F19CDB50E39}"/>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UART5: GM10 GPS, with crossed TX/RX and correct regulated power.</a:t>
            </a:r>
          </a:p>
        </p:txBody>
      </p:sp>
      <p:sp>
        <p:nvSpPr>
          <p:cNvPr id="9" name="point-index">
            <a:extLst xmlns:a="http://schemas.openxmlformats.org/drawingml/2006/main">
              <a:ext uri="{FF2B5EF4-FFF2-40B4-BE49-F238E27FC236}">
                <a16:creationId xmlns:a16="http://schemas.microsoft.com/office/drawing/2014/main" id="{724D6998-6DD1-4E2C-ACC1-2B8616B44D13}"/>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1CACB89C-4549-4145-A7BC-321A7F013F04}"/>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UART6: aircraft ELRS receiver; confirm actual wiring and firmware transport.</a:t>
            </a:r>
          </a:p>
        </p:txBody>
      </p:sp>
      <p:sp>
        <p:nvSpPr>
          <p:cNvPr id="11" name="point-index">
            <a:extLst xmlns:a="http://schemas.openxmlformats.org/drawingml/2006/main">
              <a:ext uri="{FF2B5EF4-FFF2-40B4-BE49-F238E27FC236}">
                <a16:creationId xmlns:a16="http://schemas.microsoft.com/office/drawing/2014/main" id="{A78E29E7-E1CC-4DC7-8E28-C6EBC57D4F84}"/>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DC57D948-671B-4F27-ABF8-74ED3E9A72AF}"/>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I2C: separate external compass interface, only if the sensor is present.</a:t>
            </a:r>
          </a:p>
        </p:txBody>
      </p:sp>
      <p:sp>
        <p:nvSpPr>
          <p:cNvPr id="13" name="point-index">
            <a:extLst xmlns:a="http://schemas.openxmlformats.org/drawingml/2006/main">
              <a:ext uri="{FF2B5EF4-FFF2-40B4-BE49-F238E27FC236}">
                <a16:creationId xmlns:a16="http://schemas.microsoft.com/office/drawing/2014/main" id="{70111583-6FB7-49EE-BA4F-E785B93C53F4}"/>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2E2309CD-70E0-4305-BCC6-2EEE0BB2EB22}"/>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USB: direct FC setup. RF video reaches the laptop through a separate capture path.</a:t>
            </a:r>
          </a:p>
        </p:txBody>
      </p:sp>
    </p:spTree>
    <p:extLst>
      <p:ext uri="{BB962C8B-B14F-4D97-AF65-F5344CB8AC3E}">
        <p14:creationId xmlns:p14="http://schemas.microsoft.com/office/powerpoint/2010/main" val="7364243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7FFA78C1-719D-44B7-8ABB-FC2B00315456}"/>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10</a:t>
            </a:r>
          </a:p>
        </p:txBody>
      </p:sp>
      <p:sp>
        <p:nvSpPr>
          <p:cNvPr id="3" name="title">
            <a:extLst xmlns:a="http://schemas.openxmlformats.org/drawingml/2006/main">
              <a:ext uri="{FF2B5EF4-FFF2-40B4-BE49-F238E27FC236}">
                <a16:creationId xmlns:a16="http://schemas.microsoft.com/office/drawing/2014/main" id="{561F65F0-3DBB-4E76-81B9-FD22A6F23C1E}"/>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Aircraft interface diagram</a:t>
            </a:r>
          </a:p>
        </p:txBody>
      </p:sp>
      <p:sp>
        <p:nvSpPr>
          <p:cNvPr id="4" name="summary">
            <a:extLst xmlns:a="http://schemas.openxmlformats.org/drawingml/2006/main">
              <a:ext uri="{FF2B5EF4-FFF2-40B4-BE49-F238E27FC236}">
                <a16:creationId xmlns:a16="http://schemas.microsoft.com/office/drawing/2014/main" id="{78E69932-1F26-4EC2-924F-C12112C40F0E}"/>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Physical interfaces around the AIO</a:t>
            </a:r>
          </a:p>
        </p:txBody>
      </p:sp>
      <p:sp>
        <p:nvSpPr>
          <p:cNvPr id="5" name="footer">
            <a:extLst xmlns:a="http://schemas.openxmlformats.org/drawingml/2006/main">
              <a:ext uri="{FF2B5EF4-FFF2-40B4-BE49-F238E27FC236}">
                <a16:creationId xmlns:a16="http://schemas.microsoft.com/office/drawing/2014/main" id="{9AA51A6B-C9F5-4BB6-B0A2-C8F464A33BF0}"/>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50AD2129-5FB9-45C1-AC95-8C352F8E05D5}"/>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11 / 38</a:t>
            </a:r>
          </a:p>
        </p:txBody>
      </p:sp>
      <p:sp>
        <p:nvSpPr>
          <p:cNvPr id="7" name="relationship">
            <a:extLst xmlns:a="http://schemas.openxmlformats.org/drawingml/2006/main">
              <a:ext uri="{FF2B5EF4-FFF2-40B4-BE49-F238E27FC236}">
                <a16:creationId xmlns:a16="http://schemas.microsoft.com/office/drawing/2014/main" id="{95797BDB-8599-4764-BA74-A1F7C2D968E8}"/>
              </a:ext>
            </a:extLst>
          </p:cNvPr>
          <p:cNvSpPr>
            <a:spLocks xmlns:a="http://schemas.openxmlformats.org/drawingml/2006/main" noGrp="1"/>
          </p:cNvSpPr>
          <p:nvPr/>
        </p:nvSpPr>
        <p:spPr>
          <a:xfrm xmlns:a="http://schemas.openxmlformats.org/drawingml/2006/main">
            <a:off x="3695700" y="2242947"/>
            <a:ext cx="1100138" cy="1408938"/>
          </a:xfrm>
          <a:custGeom xmlns:a="http://schemas.openxmlformats.org/drawingml/2006/main">
            <a:pathLst>
              <a:path w="1100138" h="1408938">
                <a:moveTo>
                  <a:pt x="0" y="0"/>
                </a:moveTo>
                <a:lnTo>
                  <a:pt x="1100138" y="1408938"/>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8736C9DE-ADBB-4F62-9D46-D74D50869D83}"/>
              </a:ext>
            </a:extLst>
          </p:cNvPr>
          <p:cNvSpPr>
            <a:spLocks xmlns:a="http://schemas.openxmlformats.org/drawingml/2006/main" noGrp="1"/>
          </p:cNvSpPr>
          <p:nvPr/>
        </p:nvSpPr>
        <p:spPr>
          <a:xfrm xmlns:a="http://schemas.openxmlformats.org/drawingml/2006/main">
            <a:off x="4710398" y="3609782"/>
            <a:ext cx="85439" cy="42103"/>
          </a:xfrm>
          <a:custGeom xmlns:a="http://schemas.openxmlformats.org/drawingml/2006/main">
            <a:pathLst>
              <a:path w="85439" h="42103">
                <a:moveTo>
                  <a:pt x="85439" y="42103"/>
                </a:moveTo>
                <a:lnTo>
                  <a:pt x="0" y="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CA4B7323-A40B-4520-8270-D112E8AA0E77}"/>
              </a:ext>
            </a:extLst>
          </p:cNvPr>
          <p:cNvSpPr>
            <a:spLocks xmlns:a="http://schemas.openxmlformats.org/drawingml/2006/main" noGrp="1"/>
          </p:cNvSpPr>
          <p:nvPr/>
        </p:nvSpPr>
        <p:spPr>
          <a:xfrm xmlns:a="http://schemas.openxmlformats.org/drawingml/2006/main">
            <a:off x="4775708" y="3558786"/>
            <a:ext cx="20130" cy="93099"/>
          </a:xfrm>
          <a:custGeom xmlns:a="http://schemas.openxmlformats.org/drawingml/2006/main">
            <a:pathLst>
              <a:path w="20130" h="93099">
                <a:moveTo>
                  <a:pt x="20130" y="93099"/>
                </a:moveTo>
                <a:lnTo>
                  <a:pt x="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2FDF0D26-D65B-4F34-94E6-C38D64D44A15}"/>
              </a:ext>
            </a:extLst>
          </p:cNvPr>
          <p:cNvSpPr>
            <a:spLocks xmlns:a="http://schemas.openxmlformats.org/drawingml/2006/main" noGrp="1"/>
          </p:cNvSpPr>
          <p:nvPr/>
        </p:nvSpPr>
        <p:spPr>
          <a:xfrm xmlns:a="http://schemas.openxmlformats.org/drawingml/2006/main">
            <a:off x="3569494" y="2461641"/>
            <a:ext cx="1352550" cy="4857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GPS TX -&gt; R5</a:t>
            </a:r>
          </a:p>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GPS RX &lt;- T5</a:t>
            </a:r>
          </a:p>
        </p:txBody>
      </p:sp>
      <p:sp>
        <p:nvSpPr>
          <p:cNvPr id="11" name="relationship">
            <a:extLst xmlns:a="http://schemas.openxmlformats.org/drawingml/2006/main">
              <a:ext uri="{FF2B5EF4-FFF2-40B4-BE49-F238E27FC236}">
                <a16:creationId xmlns:a16="http://schemas.microsoft.com/office/drawing/2014/main" id="{7CAA46CF-8B71-4441-B534-9BDADFD3223C}"/>
              </a:ext>
            </a:extLst>
          </p:cNvPr>
          <p:cNvSpPr>
            <a:spLocks xmlns:a="http://schemas.openxmlformats.org/drawingml/2006/main" noGrp="1"/>
          </p:cNvSpPr>
          <p:nvPr/>
        </p:nvSpPr>
        <p:spPr>
          <a:xfrm xmlns:a="http://schemas.openxmlformats.org/drawingml/2006/main">
            <a:off x="7205663" y="2242947"/>
            <a:ext cx="995363" cy="1408938"/>
          </a:xfrm>
          <a:custGeom xmlns:a="http://schemas.openxmlformats.org/drawingml/2006/main">
            <a:pathLst>
              <a:path w="995363" h="1408938">
                <a:moveTo>
                  <a:pt x="995363" y="0"/>
                </a:moveTo>
                <a:lnTo>
                  <a:pt x="0" y="1408938"/>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B2A2E81A-166F-4D78-9D8E-6DD407429C7C}"/>
              </a:ext>
            </a:extLst>
          </p:cNvPr>
          <p:cNvSpPr>
            <a:spLocks xmlns:a="http://schemas.openxmlformats.org/drawingml/2006/main" noGrp="1"/>
          </p:cNvSpPr>
          <p:nvPr/>
        </p:nvSpPr>
        <p:spPr>
          <a:xfrm xmlns:a="http://schemas.openxmlformats.org/drawingml/2006/main">
            <a:off x="7205663" y="3557929"/>
            <a:ext cx="15650" cy="93956"/>
          </a:xfrm>
          <a:custGeom xmlns:a="http://schemas.openxmlformats.org/drawingml/2006/main">
            <a:pathLst>
              <a:path w="15650" h="93956">
                <a:moveTo>
                  <a:pt x="0" y="93956"/>
                </a:moveTo>
                <a:lnTo>
                  <a:pt x="15650" y="0"/>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23AC8508-86A4-42F1-AB6C-CF5A3C901E81}"/>
              </a:ext>
            </a:extLst>
          </p:cNvPr>
          <p:cNvSpPr>
            <a:spLocks xmlns:a="http://schemas.openxmlformats.org/drawingml/2006/main" noGrp="1"/>
          </p:cNvSpPr>
          <p:nvPr/>
        </p:nvSpPr>
        <p:spPr>
          <a:xfrm xmlns:a="http://schemas.openxmlformats.org/drawingml/2006/main">
            <a:off x="7205663" y="3605740"/>
            <a:ext cx="83326" cy="46145"/>
          </a:xfrm>
          <a:custGeom xmlns:a="http://schemas.openxmlformats.org/drawingml/2006/main">
            <a:pathLst>
              <a:path w="83326" h="46145">
                <a:moveTo>
                  <a:pt x="0" y="46145"/>
                </a:moveTo>
                <a:lnTo>
                  <a:pt x="83326" y="0"/>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CC2CD985-AF64-4B8D-8CEE-8D2BBC0AEB0E}"/>
              </a:ext>
            </a:extLst>
          </p:cNvPr>
          <p:cNvSpPr>
            <a:spLocks xmlns:a="http://schemas.openxmlformats.org/drawingml/2006/main" noGrp="1"/>
          </p:cNvSpPr>
          <p:nvPr/>
        </p:nvSpPr>
        <p:spPr>
          <a:xfrm xmlns:a="http://schemas.openxmlformats.org/drawingml/2006/main">
            <a:off x="6550819" y="2661666"/>
            <a:ext cx="2305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I2C, separate from GPS</a:t>
            </a:r>
          </a:p>
        </p:txBody>
      </p:sp>
      <p:sp>
        <p:nvSpPr>
          <p:cNvPr id="15" name="relationship">
            <a:extLst xmlns:a="http://schemas.openxmlformats.org/drawingml/2006/main">
              <a:ext uri="{FF2B5EF4-FFF2-40B4-BE49-F238E27FC236}">
                <a16:creationId xmlns:a16="http://schemas.microsoft.com/office/drawing/2014/main" id="{5C232867-F4ED-4D5E-A77F-72809BDA998B}"/>
              </a:ext>
            </a:extLst>
          </p:cNvPr>
          <p:cNvSpPr>
            <a:spLocks xmlns:a="http://schemas.openxmlformats.org/drawingml/2006/main" noGrp="1"/>
          </p:cNvSpPr>
          <p:nvPr/>
        </p:nvSpPr>
        <p:spPr>
          <a:xfrm xmlns:a="http://schemas.openxmlformats.org/drawingml/2006/main">
            <a:off x="3695700" y="3651885"/>
            <a:ext cx="1100138" cy="1335214"/>
          </a:xfrm>
          <a:custGeom xmlns:a="http://schemas.openxmlformats.org/drawingml/2006/main">
            <a:pathLst>
              <a:path w="1100138" h="1335214">
                <a:moveTo>
                  <a:pt x="0" y="1335214"/>
                </a:moveTo>
                <a:lnTo>
                  <a:pt x="1100138" y="0"/>
                </a:lnTo>
              </a:path>
            </a:pathLst>
          </a:custGeom>
          <a:noFill xmlns:a="http://schemas.openxmlformats.org/drawingml/2006/main"/>
          <a:ln xmlns:a="http://schemas.openxmlformats.org/drawingml/2006/main" w="19050">
            <a:solidFill>
              <a:srgbClr val="087E8B"/>
            </a:solidFill>
            <a:prstDash val="solid"/>
          </a:ln>
        </p:spPr>
      </p:sp>
      <p:sp>
        <p:nvSpPr>
          <p:cNvPr id="16" name="arrow-head">
            <a:extLst xmlns:a="http://schemas.openxmlformats.org/drawingml/2006/main">
              <a:ext uri="{FF2B5EF4-FFF2-40B4-BE49-F238E27FC236}">
                <a16:creationId xmlns:a16="http://schemas.microsoft.com/office/drawing/2014/main" id="{570AB1AC-4BB3-4BDB-9A25-C8DF3EE81161}"/>
              </a:ext>
            </a:extLst>
          </p:cNvPr>
          <p:cNvSpPr>
            <a:spLocks xmlns:a="http://schemas.openxmlformats.org/drawingml/2006/main" noGrp="1"/>
          </p:cNvSpPr>
          <p:nvPr/>
        </p:nvSpPr>
        <p:spPr>
          <a:xfrm xmlns:a="http://schemas.openxmlformats.org/drawingml/2006/main">
            <a:off x="4773273" y="3651885"/>
            <a:ext cx="22564" cy="92539"/>
          </a:xfrm>
          <a:custGeom xmlns:a="http://schemas.openxmlformats.org/drawingml/2006/main">
            <a:pathLst>
              <a:path w="22564" h="92539">
                <a:moveTo>
                  <a:pt x="22564" y="0"/>
                </a:moveTo>
                <a:lnTo>
                  <a:pt x="0" y="92539"/>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3C954817-DD28-428F-8051-DD59BEDEBE1B}"/>
              </a:ext>
            </a:extLst>
          </p:cNvPr>
          <p:cNvSpPr>
            <a:spLocks xmlns:a="http://schemas.openxmlformats.org/drawingml/2006/main" noGrp="1"/>
          </p:cNvSpPr>
          <p:nvPr/>
        </p:nvSpPr>
        <p:spPr>
          <a:xfrm xmlns:a="http://schemas.openxmlformats.org/drawingml/2006/main">
            <a:off x="4709323" y="3651885"/>
            <a:ext cx="86514" cy="39848"/>
          </a:xfrm>
          <a:custGeom xmlns:a="http://schemas.openxmlformats.org/drawingml/2006/main">
            <a:pathLst>
              <a:path w="86514" h="39848">
                <a:moveTo>
                  <a:pt x="86514" y="0"/>
                </a:moveTo>
                <a:lnTo>
                  <a:pt x="0" y="39848"/>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167027A1-80C6-4BFC-960A-08136C795C60}"/>
              </a:ext>
            </a:extLst>
          </p:cNvPr>
          <p:cNvSpPr>
            <a:spLocks xmlns:a="http://schemas.openxmlformats.org/drawingml/2006/main" noGrp="1"/>
          </p:cNvSpPr>
          <p:nvPr/>
        </p:nvSpPr>
        <p:spPr>
          <a:xfrm xmlns:a="http://schemas.openxmlformats.org/drawingml/2006/main">
            <a:off x="3617119" y="3833717"/>
            <a:ext cx="1257300" cy="4857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RX TX -&gt; R6</a:t>
            </a:r>
          </a:p>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RX RX &lt;- T6</a:t>
            </a:r>
          </a:p>
        </p:txBody>
      </p:sp>
      <p:sp>
        <p:nvSpPr>
          <p:cNvPr id="19" name="relationship">
            <a:extLst xmlns:a="http://schemas.openxmlformats.org/drawingml/2006/main">
              <a:ext uri="{FF2B5EF4-FFF2-40B4-BE49-F238E27FC236}">
                <a16:creationId xmlns:a16="http://schemas.microsoft.com/office/drawing/2014/main" id="{7DEA071C-710E-490A-96FF-1F7CE11F8D3A}"/>
              </a:ext>
            </a:extLst>
          </p:cNvPr>
          <p:cNvSpPr>
            <a:spLocks xmlns:a="http://schemas.openxmlformats.org/drawingml/2006/main" noGrp="1"/>
          </p:cNvSpPr>
          <p:nvPr/>
        </p:nvSpPr>
        <p:spPr>
          <a:xfrm xmlns:a="http://schemas.openxmlformats.org/drawingml/2006/main">
            <a:off x="7205663" y="3651885"/>
            <a:ext cx="995363" cy="1335214"/>
          </a:xfrm>
          <a:custGeom xmlns:a="http://schemas.openxmlformats.org/drawingml/2006/main">
            <a:pathLst>
              <a:path w="995363" h="1335214">
                <a:moveTo>
                  <a:pt x="0" y="0"/>
                </a:moveTo>
                <a:lnTo>
                  <a:pt x="995363" y="1335214"/>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16DB3132-8BA8-4CB1-B76F-C8C8E2F97691}"/>
              </a:ext>
            </a:extLst>
          </p:cNvPr>
          <p:cNvSpPr>
            <a:spLocks xmlns:a="http://schemas.openxmlformats.org/drawingml/2006/main" noGrp="1"/>
          </p:cNvSpPr>
          <p:nvPr/>
        </p:nvSpPr>
        <p:spPr>
          <a:xfrm xmlns:a="http://schemas.openxmlformats.org/drawingml/2006/main">
            <a:off x="8116548" y="4943098"/>
            <a:ext cx="84477" cy="44001"/>
          </a:xfrm>
          <a:custGeom xmlns:a="http://schemas.openxmlformats.org/drawingml/2006/main">
            <a:pathLst>
              <a:path w="84477" h="44001">
                <a:moveTo>
                  <a:pt x="84477" y="44001"/>
                </a:moveTo>
                <a:lnTo>
                  <a:pt x="0" y="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CA1E7BE3-B362-4444-88B5-7169A9FE5A2C}"/>
              </a:ext>
            </a:extLst>
          </p:cNvPr>
          <p:cNvSpPr>
            <a:spLocks xmlns:a="http://schemas.openxmlformats.org/drawingml/2006/main" noGrp="1"/>
          </p:cNvSpPr>
          <p:nvPr/>
        </p:nvSpPr>
        <p:spPr>
          <a:xfrm xmlns:a="http://schemas.openxmlformats.org/drawingml/2006/main">
            <a:off x="8182980" y="4893574"/>
            <a:ext cx="18045" cy="93525"/>
          </a:xfrm>
          <a:custGeom xmlns:a="http://schemas.openxmlformats.org/drawingml/2006/main">
            <a:pathLst>
              <a:path w="18045" h="93525">
                <a:moveTo>
                  <a:pt x="18045" y="93525"/>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CB2C16F0-21EA-48AF-A4B2-FB2ED5AB8E19}"/>
              </a:ext>
            </a:extLst>
          </p:cNvPr>
          <p:cNvSpPr>
            <a:spLocks xmlns:a="http://schemas.openxmlformats.org/drawingml/2006/main" noGrp="1"/>
          </p:cNvSpPr>
          <p:nvPr/>
        </p:nvSpPr>
        <p:spPr>
          <a:xfrm xmlns:a="http://schemas.openxmlformats.org/drawingml/2006/main">
            <a:off x="6836569" y="4033742"/>
            <a:ext cx="1733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DShot600 signals</a:t>
            </a:r>
          </a:p>
        </p:txBody>
      </p:sp>
      <p:sp>
        <p:nvSpPr>
          <p:cNvPr id="23" name="fc">
            <a:extLst xmlns:a="http://schemas.openxmlformats.org/drawingml/2006/main">
              <a:ext uri="{FF2B5EF4-FFF2-40B4-BE49-F238E27FC236}">
                <a16:creationId xmlns:a16="http://schemas.microsoft.com/office/drawing/2014/main" id="{D6A13F30-A41B-402A-8D36-A3EA6B5C462C}"/>
              </a:ext>
            </a:extLst>
          </p:cNvPr>
          <p:cNvSpPr>
            <a:spLocks xmlns:a="http://schemas.openxmlformats.org/drawingml/2006/main" noGrp="1"/>
          </p:cNvSpPr>
          <p:nvPr/>
        </p:nvSpPr>
        <p:spPr>
          <a:xfrm xmlns:a="http://schemas.openxmlformats.org/drawingml/2006/main">
            <a:off x="4795838" y="3242310"/>
            <a:ext cx="2409825" cy="819150"/>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4" name="fc-label">
            <a:extLst xmlns:a="http://schemas.openxmlformats.org/drawingml/2006/main">
              <a:ext uri="{FF2B5EF4-FFF2-40B4-BE49-F238E27FC236}">
                <a16:creationId xmlns:a16="http://schemas.microsoft.com/office/drawing/2014/main" id="{60B1072E-AAF3-4D38-A415-7F99985A27D3}"/>
              </a:ext>
            </a:extLst>
          </p:cNvPr>
          <p:cNvSpPr>
            <a:spLocks xmlns:a="http://schemas.openxmlformats.org/drawingml/2006/main" noGrp="1"/>
          </p:cNvSpPr>
          <p:nvPr/>
        </p:nvSpPr>
        <p:spPr>
          <a:xfrm xmlns:a="http://schemas.openxmlformats.org/drawingml/2006/main">
            <a:off x="4872038" y="3280410"/>
            <a:ext cx="2257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SpeedyBee AIO</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ArduCopter</a:t>
            </a:r>
          </a:p>
        </p:txBody>
      </p:sp>
      <p:sp>
        <p:nvSpPr>
          <p:cNvPr id="25" name="gps">
            <a:extLst xmlns:a="http://schemas.openxmlformats.org/drawingml/2006/main">
              <a:ext uri="{FF2B5EF4-FFF2-40B4-BE49-F238E27FC236}">
                <a16:creationId xmlns:a16="http://schemas.microsoft.com/office/drawing/2014/main" id="{E32FC74F-02D8-4D3A-8AC3-57C51AB12C9F}"/>
              </a:ext>
            </a:extLst>
          </p:cNvPr>
          <p:cNvSpPr>
            <a:spLocks xmlns:a="http://schemas.openxmlformats.org/drawingml/2006/main" noGrp="1"/>
          </p:cNvSpPr>
          <p:nvPr/>
        </p:nvSpPr>
        <p:spPr>
          <a:xfrm xmlns:a="http://schemas.openxmlformats.org/drawingml/2006/main">
            <a:off x="971550" y="1931670"/>
            <a:ext cx="27241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6" name="gps-label">
            <a:extLst xmlns:a="http://schemas.openxmlformats.org/drawingml/2006/main">
              <a:ext uri="{FF2B5EF4-FFF2-40B4-BE49-F238E27FC236}">
                <a16:creationId xmlns:a16="http://schemas.microsoft.com/office/drawing/2014/main" id="{DF42F287-B834-44A6-86DB-DDBEE45FB92D}"/>
              </a:ext>
            </a:extLst>
          </p:cNvPr>
          <p:cNvSpPr>
            <a:spLocks xmlns:a="http://schemas.openxmlformats.org/drawingml/2006/main" noGrp="1"/>
          </p:cNvSpPr>
          <p:nvPr/>
        </p:nvSpPr>
        <p:spPr>
          <a:xfrm xmlns:a="http://schemas.openxmlformats.org/drawingml/2006/main">
            <a:off x="1047750" y="1969770"/>
            <a:ext cx="25717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GM10 GPS</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TX / RX / 5V / GND</a:t>
            </a:r>
          </a:p>
        </p:txBody>
      </p:sp>
      <p:sp>
        <p:nvSpPr>
          <p:cNvPr id="27" name="comp">
            <a:extLst xmlns:a="http://schemas.openxmlformats.org/drawingml/2006/main">
              <a:ext uri="{FF2B5EF4-FFF2-40B4-BE49-F238E27FC236}">
                <a16:creationId xmlns:a16="http://schemas.microsoft.com/office/drawing/2014/main" id="{E9D6F4D1-1768-4541-BE72-F1406509640F}"/>
              </a:ext>
            </a:extLst>
          </p:cNvPr>
          <p:cNvSpPr>
            <a:spLocks xmlns:a="http://schemas.openxmlformats.org/drawingml/2006/main" noGrp="1"/>
          </p:cNvSpPr>
          <p:nvPr/>
        </p:nvSpPr>
        <p:spPr>
          <a:xfrm xmlns:a="http://schemas.openxmlformats.org/drawingml/2006/main">
            <a:off x="8201025" y="1931670"/>
            <a:ext cx="2828925"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8" name="comp-label">
            <a:extLst xmlns:a="http://schemas.openxmlformats.org/drawingml/2006/main">
              <a:ext uri="{FF2B5EF4-FFF2-40B4-BE49-F238E27FC236}">
                <a16:creationId xmlns:a16="http://schemas.microsoft.com/office/drawing/2014/main" id="{6886B2BF-06D7-4BC6-830E-36996A1F8F22}"/>
              </a:ext>
            </a:extLst>
          </p:cNvPr>
          <p:cNvSpPr>
            <a:spLocks xmlns:a="http://schemas.openxmlformats.org/drawingml/2006/main" noGrp="1"/>
          </p:cNvSpPr>
          <p:nvPr/>
        </p:nvSpPr>
        <p:spPr>
          <a:xfrm xmlns:a="http://schemas.openxmlformats.org/drawingml/2006/main">
            <a:off x="8277225" y="1969770"/>
            <a:ext cx="2676525"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External compass</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SDA / SCL, if fitted</a:t>
            </a:r>
          </a:p>
        </p:txBody>
      </p:sp>
      <p:sp>
        <p:nvSpPr>
          <p:cNvPr id="29" name="rx">
            <a:extLst xmlns:a="http://schemas.openxmlformats.org/drawingml/2006/main">
              <a:ext uri="{FF2B5EF4-FFF2-40B4-BE49-F238E27FC236}">
                <a16:creationId xmlns:a16="http://schemas.microsoft.com/office/drawing/2014/main" id="{E5CB090B-EA16-498A-AEED-917F19B46274}"/>
              </a:ext>
            </a:extLst>
          </p:cNvPr>
          <p:cNvSpPr>
            <a:spLocks xmlns:a="http://schemas.openxmlformats.org/drawingml/2006/main" noGrp="1"/>
          </p:cNvSpPr>
          <p:nvPr/>
        </p:nvSpPr>
        <p:spPr>
          <a:xfrm xmlns:a="http://schemas.openxmlformats.org/drawingml/2006/main">
            <a:off x="971550" y="4675823"/>
            <a:ext cx="272415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0" name="rx-label">
            <a:extLst xmlns:a="http://schemas.openxmlformats.org/drawingml/2006/main">
              <a:ext uri="{FF2B5EF4-FFF2-40B4-BE49-F238E27FC236}">
                <a16:creationId xmlns:a16="http://schemas.microsoft.com/office/drawing/2014/main" id="{FF1BB87C-B6E5-4EB9-99DD-8845CA64DBD8}"/>
              </a:ext>
            </a:extLst>
          </p:cNvPr>
          <p:cNvSpPr>
            <a:spLocks xmlns:a="http://schemas.openxmlformats.org/drawingml/2006/main" noGrp="1"/>
          </p:cNvSpPr>
          <p:nvPr/>
        </p:nvSpPr>
        <p:spPr>
          <a:xfrm xmlns:a="http://schemas.openxmlformats.org/drawingml/2006/main">
            <a:off x="1047750" y="4713923"/>
            <a:ext cx="257175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ELRS receiver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TX / RX / power</a:t>
            </a:r>
          </a:p>
        </p:txBody>
      </p:sp>
      <p:sp>
        <p:nvSpPr>
          <p:cNvPr id="31" name="esc">
            <a:extLst xmlns:a="http://schemas.openxmlformats.org/drawingml/2006/main">
              <a:ext uri="{FF2B5EF4-FFF2-40B4-BE49-F238E27FC236}">
                <a16:creationId xmlns:a16="http://schemas.microsoft.com/office/drawing/2014/main" id="{35CC558A-E06D-4CE7-9226-73C1DB84B5C9}"/>
              </a:ext>
            </a:extLst>
          </p:cNvPr>
          <p:cNvSpPr>
            <a:spLocks xmlns:a="http://schemas.openxmlformats.org/drawingml/2006/main" noGrp="1"/>
          </p:cNvSpPr>
          <p:nvPr/>
        </p:nvSpPr>
        <p:spPr>
          <a:xfrm xmlns:a="http://schemas.openxmlformats.org/drawingml/2006/main">
            <a:off x="8201025" y="4675823"/>
            <a:ext cx="2828925"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2" name="esc-label">
            <a:extLst xmlns:a="http://schemas.openxmlformats.org/drawingml/2006/main">
              <a:ext uri="{FF2B5EF4-FFF2-40B4-BE49-F238E27FC236}">
                <a16:creationId xmlns:a16="http://schemas.microsoft.com/office/drawing/2014/main" id="{B923DF65-C61E-4CA8-9779-25FDCF71C1A6}"/>
              </a:ext>
            </a:extLst>
          </p:cNvPr>
          <p:cNvSpPr>
            <a:spLocks xmlns:a="http://schemas.openxmlformats.org/drawingml/2006/main" noGrp="1"/>
          </p:cNvSpPr>
          <p:nvPr/>
        </p:nvSpPr>
        <p:spPr>
          <a:xfrm xmlns:a="http://schemas.openxmlformats.org/drawingml/2006/main">
            <a:off x="8277225" y="4713923"/>
            <a:ext cx="2676525"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Integrated 4-in-1 ESC</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4 motors</a:t>
            </a:r>
          </a:p>
        </p:txBody>
      </p:sp>
      <p:sp>
        <p:nvSpPr>
          <p:cNvPr id="33" name="diagram-caption">
            <a:extLst xmlns:a="http://schemas.openxmlformats.org/drawingml/2006/main">
              <a:ext uri="{FF2B5EF4-FFF2-40B4-BE49-F238E27FC236}">
                <a16:creationId xmlns:a16="http://schemas.microsoft.com/office/drawing/2014/main" id="{F8E28780-6678-4447-9B7F-2C986CB71475}"/>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Arrows summarize signal interfaces, not pin order or connector orientation. Check labels and voltage before soldering.</a:t>
            </a:r>
          </a:p>
        </p:txBody>
      </p:sp>
    </p:spTree>
    <p:extLst>
      <p:ext uri="{BB962C8B-B14F-4D97-AF65-F5344CB8AC3E}">
        <p14:creationId xmlns:p14="http://schemas.microsoft.com/office/powerpoint/2010/main" val="12210853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CB487158-E067-4721-810A-122EE8252545}"/>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11</a:t>
            </a:r>
          </a:p>
        </p:txBody>
      </p:sp>
      <p:sp>
        <p:nvSpPr>
          <p:cNvPr id="3" name="title">
            <a:extLst xmlns:a="http://schemas.openxmlformats.org/drawingml/2006/main">
              <a:ext uri="{FF2B5EF4-FFF2-40B4-BE49-F238E27FC236}">
                <a16:creationId xmlns:a16="http://schemas.microsoft.com/office/drawing/2014/main" id="{FF5B0C78-C1C7-4FCE-B68D-1C575E814BDE}"/>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UML deployment diagram</a:t>
            </a:r>
          </a:p>
        </p:txBody>
      </p:sp>
      <p:sp>
        <p:nvSpPr>
          <p:cNvPr id="4" name="summary">
            <a:extLst xmlns:a="http://schemas.openxmlformats.org/drawingml/2006/main">
              <a:ext uri="{FF2B5EF4-FFF2-40B4-BE49-F238E27FC236}">
                <a16:creationId xmlns:a16="http://schemas.microsoft.com/office/drawing/2014/main" id="{3C88A6A6-767D-4AFD-833B-8DEC67BD05EE}"/>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Where hardware and software execute</a:t>
            </a:r>
          </a:p>
        </p:txBody>
      </p:sp>
      <p:sp>
        <p:nvSpPr>
          <p:cNvPr id="5" name="footer">
            <a:extLst xmlns:a="http://schemas.openxmlformats.org/drawingml/2006/main">
              <a:ext uri="{FF2B5EF4-FFF2-40B4-BE49-F238E27FC236}">
                <a16:creationId xmlns:a16="http://schemas.microsoft.com/office/drawing/2014/main" id="{EA2AF4E1-12D7-4B50-8182-A4CBE12ACDF4}"/>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53177D1-D1AE-4AD9-BB95-9F0B9A8EDE8C}"/>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12 / 38</a:t>
            </a:r>
          </a:p>
        </p:txBody>
      </p:sp>
      <p:sp>
        <p:nvSpPr>
          <p:cNvPr id="7" name="relationship">
            <a:extLst xmlns:a="http://schemas.openxmlformats.org/drawingml/2006/main">
              <a:ext uri="{FF2B5EF4-FFF2-40B4-BE49-F238E27FC236}">
                <a16:creationId xmlns:a16="http://schemas.microsoft.com/office/drawing/2014/main" id="{69EF9D48-D526-45BF-AE6C-659805734EAB}"/>
              </a:ext>
            </a:extLst>
          </p:cNvPr>
          <p:cNvSpPr>
            <a:spLocks xmlns:a="http://schemas.openxmlformats.org/drawingml/2006/main" noGrp="1"/>
          </p:cNvSpPr>
          <p:nvPr/>
        </p:nvSpPr>
        <p:spPr>
          <a:xfrm xmlns:a="http://schemas.openxmlformats.org/drawingml/2006/main">
            <a:off x="5476875" y="2525554"/>
            <a:ext cx="1152525" cy="9525"/>
          </a:xfrm>
          <a:custGeom xmlns:a="http://schemas.openxmlformats.org/drawingml/2006/main">
            <a:pathLst>
              <a:path w="1152525" h="9525">
                <a:moveTo>
                  <a:pt x="1152525" y="0"/>
                </a:moveTo>
                <a:lnTo>
                  <a:pt x="0"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82BE7BCB-A391-4D3C-9008-6AC522367136}"/>
              </a:ext>
            </a:extLst>
          </p:cNvPr>
          <p:cNvSpPr>
            <a:spLocks xmlns:a="http://schemas.openxmlformats.org/drawingml/2006/main" noGrp="1"/>
          </p:cNvSpPr>
          <p:nvPr/>
        </p:nvSpPr>
        <p:spPr>
          <a:xfrm xmlns:a="http://schemas.openxmlformats.org/drawingml/2006/main">
            <a:off x="5476875" y="2484123"/>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A50A068D-DE7C-4D73-98E3-E4FF252E671B}"/>
              </a:ext>
            </a:extLst>
          </p:cNvPr>
          <p:cNvSpPr>
            <a:spLocks xmlns:a="http://schemas.openxmlformats.org/drawingml/2006/main" noGrp="1"/>
          </p:cNvSpPr>
          <p:nvPr/>
        </p:nvSpPr>
        <p:spPr>
          <a:xfrm xmlns:a="http://schemas.openxmlformats.org/drawingml/2006/main">
            <a:off x="5476875" y="2525554"/>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BA607BFB-4F8C-4E94-A0AB-0C5CBA450AC7}"/>
              </a:ext>
            </a:extLst>
          </p:cNvPr>
          <p:cNvSpPr>
            <a:spLocks xmlns:a="http://schemas.openxmlformats.org/drawingml/2006/main" noGrp="1"/>
          </p:cNvSpPr>
          <p:nvPr/>
        </p:nvSpPr>
        <p:spPr>
          <a:xfrm xmlns:a="http://schemas.openxmlformats.org/drawingml/2006/main">
            <a:off x="5534025" y="1973104"/>
            <a:ext cx="103822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SPI / I2C / UART</a:t>
            </a:r>
          </a:p>
        </p:txBody>
      </p:sp>
      <p:sp>
        <p:nvSpPr>
          <p:cNvPr id="11" name="relationship">
            <a:extLst xmlns:a="http://schemas.openxmlformats.org/drawingml/2006/main">
              <a:ext uri="{FF2B5EF4-FFF2-40B4-BE49-F238E27FC236}">
                <a16:creationId xmlns:a16="http://schemas.microsoft.com/office/drawing/2014/main" id="{94F41ADB-C30F-412D-871D-601375CB613E}"/>
              </a:ext>
            </a:extLst>
          </p:cNvPr>
          <p:cNvSpPr>
            <a:spLocks xmlns:a="http://schemas.openxmlformats.org/drawingml/2006/main" noGrp="1"/>
          </p:cNvSpPr>
          <p:nvPr/>
        </p:nvSpPr>
        <p:spPr>
          <a:xfrm xmlns:a="http://schemas.openxmlformats.org/drawingml/2006/main">
            <a:off x="3276600" y="2955608"/>
            <a:ext cx="9525" cy="1310640"/>
          </a:xfrm>
          <a:custGeom xmlns:a="http://schemas.openxmlformats.org/drawingml/2006/main">
            <a:pathLst>
              <a:path w="9525" h="1310640">
                <a:moveTo>
                  <a:pt x="0" y="1310640"/>
                </a:moveTo>
                <a:lnTo>
                  <a:pt x="0"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A5ABD381-EBB1-4DB7-A3FB-E7A7D5BDF93C}"/>
              </a:ext>
            </a:extLst>
          </p:cNvPr>
          <p:cNvSpPr>
            <a:spLocks xmlns:a="http://schemas.openxmlformats.org/drawingml/2006/main" noGrp="1"/>
          </p:cNvSpPr>
          <p:nvPr/>
        </p:nvSpPr>
        <p:spPr>
          <a:xfrm xmlns:a="http://schemas.openxmlformats.org/drawingml/2006/main">
            <a:off x="3276600" y="2955608"/>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8C96B18A-F034-46A6-90B6-9554C036039C}"/>
              </a:ext>
            </a:extLst>
          </p:cNvPr>
          <p:cNvSpPr>
            <a:spLocks xmlns:a="http://schemas.openxmlformats.org/drawingml/2006/main" noGrp="1"/>
          </p:cNvSpPr>
          <p:nvPr/>
        </p:nvSpPr>
        <p:spPr>
          <a:xfrm xmlns:a="http://schemas.openxmlformats.org/drawingml/2006/main">
            <a:off x="3235170" y="2955608"/>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4D2148ED-0574-4301-A9E5-3A388D751AFB}"/>
              </a:ext>
            </a:extLst>
          </p:cNvPr>
          <p:cNvSpPr>
            <a:spLocks xmlns:a="http://schemas.openxmlformats.org/drawingml/2006/main" noGrp="1"/>
          </p:cNvSpPr>
          <p:nvPr/>
        </p:nvSpPr>
        <p:spPr>
          <a:xfrm xmlns:a="http://schemas.openxmlformats.org/drawingml/2006/main">
            <a:off x="2600325" y="3325178"/>
            <a:ext cx="1352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RC + MAVLink</a:t>
            </a:r>
          </a:p>
        </p:txBody>
      </p:sp>
      <p:sp>
        <p:nvSpPr>
          <p:cNvPr id="15" name="relationship">
            <a:extLst xmlns:a="http://schemas.openxmlformats.org/drawingml/2006/main">
              <a:ext uri="{FF2B5EF4-FFF2-40B4-BE49-F238E27FC236}">
                <a16:creationId xmlns:a16="http://schemas.microsoft.com/office/drawing/2014/main" id="{15EFCAC0-A499-41D1-B8A0-527043F9C720}"/>
              </a:ext>
            </a:extLst>
          </p:cNvPr>
          <p:cNvSpPr>
            <a:spLocks xmlns:a="http://schemas.openxmlformats.org/drawingml/2006/main" noGrp="1"/>
          </p:cNvSpPr>
          <p:nvPr/>
        </p:nvSpPr>
        <p:spPr>
          <a:xfrm xmlns:a="http://schemas.openxmlformats.org/drawingml/2006/main">
            <a:off x="5476875" y="4696301"/>
            <a:ext cx="1152525" cy="9525"/>
          </a:xfrm>
          <a:custGeom xmlns:a="http://schemas.openxmlformats.org/drawingml/2006/main">
            <a:pathLst>
              <a:path w="1152525" h="9525">
                <a:moveTo>
                  <a:pt x="0" y="0"/>
                </a:moveTo>
                <a:lnTo>
                  <a:pt x="1152525" y="0"/>
                </a:lnTo>
              </a:path>
            </a:pathLst>
          </a:custGeom>
          <a:noFill xmlns:a="http://schemas.openxmlformats.org/drawingml/2006/main"/>
          <a:ln xmlns:a="http://schemas.openxmlformats.org/drawingml/2006/main" w="19050">
            <a:solidFill>
              <a:srgbClr val="087E8B"/>
            </a:solidFill>
            <a:prstDash val="solid"/>
          </a:ln>
        </p:spPr>
      </p:sp>
      <p:sp>
        <p:nvSpPr>
          <p:cNvPr id="16" name="arrow-head">
            <a:extLst xmlns:a="http://schemas.openxmlformats.org/drawingml/2006/main">
              <a:ext uri="{FF2B5EF4-FFF2-40B4-BE49-F238E27FC236}">
                <a16:creationId xmlns:a16="http://schemas.microsoft.com/office/drawing/2014/main" id="{17CF6C95-AA74-4328-84FE-4A5C456A2768}"/>
              </a:ext>
            </a:extLst>
          </p:cNvPr>
          <p:cNvSpPr>
            <a:spLocks xmlns:a="http://schemas.openxmlformats.org/drawingml/2006/main" noGrp="1"/>
          </p:cNvSpPr>
          <p:nvPr/>
        </p:nvSpPr>
        <p:spPr>
          <a:xfrm xmlns:a="http://schemas.openxmlformats.org/drawingml/2006/main">
            <a:off x="6543632" y="4696301"/>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3A07724B-AB14-4CDD-8B64-4409F3F21203}"/>
              </a:ext>
            </a:extLst>
          </p:cNvPr>
          <p:cNvSpPr>
            <a:spLocks xmlns:a="http://schemas.openxmlformats.org/drawingml/2006/main" noGrp="1"/>
          </p:cNvSpPr>
          <p:nvPr/>
        </p:nvSpPr>
        <p:spPr>
          <a:xfrm xmlns:a="http://schemas.openxmlformats.org/drawingml/2006/main">
            <a:off x="6543632" y="4654871"/>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42338DFF-8654-4A13-88A4-DBE20CFA01FB}"/>
              </a:ext>
            </a:extLst>
          </p:cNvPr>
          <p:cNvSpPr>
            <a:spLocks xmlns:a="http://schemas.openxmlformats.org/drawingml/2006/main" noGrp="1"/>
          </p:cNvSpPr>
          <p:nvPr/>
        </p:nvSpPr>
        <p:spPr>
          <a:xfrm xmlns:a="http://schemas.openxmlformats.org/drawingml/2006/main">
            <a:off x="5534025" y="4143851"/>
            <a:ext cx="103822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Wi-Fi UDP or TX USB</a:t>
            </a:r>
          </a:p>
        </p:txBody>
      </p:sp>
      <p:sp>
        <p:nvSpPr>
          <p:cNvPr id="19" name="relationship">
            <a:extLst xmlns:a="http://schemas.openxmlformats.org/drawingml/2006/main">
              <a:ext uri="{FF2B5EF4-FFF2-40B4-BE49-F238E27FC236}">
                <a16:creationId xmlns:a16="http://schemas.microsoft.com/office/drawing/2014/main" id="{5B2F36A7-CAA1-4748-B012-887DF7C41C53}"/>
              </a:ext>
            </a:extLst>
          </p:cNvPr>
          <p:cNvSpPr>
            <a:spLocks xmlns:a="http://schemas.openxmlformats.org/drawingml/2006/main" noGrp="1"/>
          </p:cNvSpPr>
          <p:nvPr/>
        </p:nvSpPr>
        <p:spPr>
          <a:xfrm xmlns:a="http://schemas.openxmlformats.org/drawingml/2006/main">
            <a:off x="5476875" y="2525554"/>
            <a:ext cx="1152525" cy="2170748"/>
          </a:xfrm>
          <a:custGeom xmlns:a="http://schemas.openxmlformats.org/drawingml/2006/main">
            <a:pathLst>
              <a:path w="1152525" h="2170748">
                <a:moveTo>
                  <a:pt x="0" y="0"/>
                </a:moveTo>
                <a:lnTo>
                  <a:pt x="1152525" y="2170748"/>
                </a:lnTo>
              </a:path>
            </a:pathLst>
          </a:custGeom>
          <a:noFill xmlns:a="http://schemas.openxmlformats.org/drawingml/2006/main"/>
          <a:ln xmlns:a="http://schemas.openxmlformats.org/drawingml/2006/main" w="19050">
            <a:solidFill>
              <a:srgbClr val="087E8B"/>
            </a:solidFill>
            <a:prstDash val="dash"/>
          </a:ln>
        </p:spPr>
      </p:sp>
      <p:sp>
        <p:nvSpPr>
          <p:cNvPr id="20" name="arrow-head">
            <a:extLst xmlns:a="http://schemas.openxmlformats.org/drawingml/2006/main">
              <a:ext uri="{FF2B5EF4-FFF2-40B4-BE49-F238E27FC236}">
                <a16:creationId xmlns:a16="http://schemas.microsoft.com/office/drawing/2014/main" id="{8716980A-C7B0-4BE9-905D-B4B259C45BA2}"/>
              </a:ext>
            </a:extLst>
          </p:cNvPr>
          <p:cNvSpPr>
            <a:spLocks xmlns:a="http://schemas.openxmlformats.org/drawingml/2006/main" noGrp="1"/>
          </p:cNvSpPr>
          <p:nvPr/>
        </p:nvSpPr>
        <p:spPr>
          <a:xfrm xmlns:a="http://schemas.openxmlformats.org/drawingml/2006/main">
            <a:off x="6552588" y="4639977"/>
            <a:ext cx="76812" cy="56324"/>
          </a:xfrm>
          <a:custGeom xmlns:a="http://schemas.openxmlformats.org/drawingml/2006/main">
            <a:pathLst>
              <a:path w="76812" h="56324">
                <a:moveTo>
                  <a:pt x="76812" y="56324"/>
                </a:moveTo>
                <a:lnTo>
                  <a:pt x="0" y="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9EF53A65-9343-4233-AE1E-E4C67B2D0918}"/>
              </a:ext>
            </a:extLst>
          </p:cNvPr>
          <p:cNvSpPr>
            <a:spLocks xmlns:a="http://schemas.openxmlformats.org/drawingml/2006/main" noGrp="1"/>
          </p:cNvSpPr>
          <p:nvPr/>
        </p:nvSpPr>
        <p:spPr>
          <a:xfrm xmlns:a="http://schemas.openxmlformats.org/drawingml/2006/main">
            <a:off x="6625773" y="4601120"/>
            <a:ext cx="9525" cy="95181"/>
          </a:xfrm>
          <a:custGeom xmlns:a="http://schemas.openxmlformats.org/drawingml/2006/main">
            <a:pathLst>
              <a:path w="9525" h="95181">
                <a:moveTo>
                  <a:pt x="3627" y="95181"/>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D22A7465-48F0-4B79-B7F0-790EB6D2999C}"/>
              </a:ext>
            </a:extLst>
          </p:cNvPr>
          <p:cNvSpPr>
            <a:spLocks xmlns:a="http://schemas.openxmlformats.org/drawingml/2006/main" noGrp="1"/>
          </p:cNvSpPr>
          <p:nvPr/>
        </p:nvSpPr>
        <p:spPr>
          <a:xfrm xmlns:a="http://schemas.openxmlformats.org/drawingml/2006/main">
            <a:off x="5043488" y="3125153"/>
            <a:ext cx="2019300" cy="4857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USB service link</a:t>
            </a:r>
          </a:p>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OR wireless MAVLink</a:t>
            </a:r>
          </a:p>
        </p:txBody>
      </p:sp>
      <p:sp>
        <p:nvSpPr>
          <p:cNvPr id="23" name="air">
            <a:extLst xmlns:a="http://schemas.openxmlformats.org/drawingml/2006/main">
              <a:ext uri="{FF2B5EF4-FFF2-40B4-BE49-F238E27FC236}">
                <a16:creationId xmlns:a16="http://schemas.microsoft.com/office/drawing/2014/main" id="{A6851557-61C6-4B43-9825-38ED8BE4788D}"/>
              </a:ext>
            </a:extLst>
          </p:cNvPr>
          <p:cNvSpPr>
            <a:spLocks xmlns:a="http://schemas.openxmlformats.org/drawingml/2006/main" noGrp="1"/>
          </p:cNvSpPr>
          <p:nvPr/>
        </p:nvSpPr>
        <p:spPr>
          <a:xfrm xmlns:a="http://schemas.openxmlformats.org/drawingml/2006/main">
            <a:off x="1076325" y="2095500"/>
            <a:ext cx="4400550" cy="86010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4" name="air-label">
            <a:extLst xmlns:a="http://schemas.openxmlformats.org/drawingml/2006/main">
              <a:ext uri="{FF2B5EF4-FFF2-40B4-BE49-F238E27FC236}">
                <a16:creationId xmlns:a16="http://schemas.microsoft.com/office/drawing/2014/main" id="{8EC1DB80-E78E-4256-9647-86C2AFB13A2E}"/>
              </a:ext>
            </a:extLst>
          </p:cNvPr>
          <p:cNvSpPr>
            <a:spLocks xmlns:a="http://schemas.openxmlformats.org/drawingml/2006/main" noGrp="1"/>
          </p:cNvSpPr>
          <p:nvPr/>
        </p:nvSpPr>
        <p:spPr>
          <a:xfrm xmlns:a="http://schemas.openxmlformats.org/drawingml/2006/main">
            <a:off x="1152525" y="2133600"/>
            <a:ext cx="4248150" cy="783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&lt;&lt;device&gt;&gt; Aircraft</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AIO: ArduCopter 4.7.1</a:t>
            </a:r>
          </a:p>
        </p:txBody>
      </p:sp>
      <p:sp>
        <p:nvSpPr>
          <p:cNvPr id="25" name="sensors">
            <a:extLst xmlns:a="http://schemas.openxmlformats.org/drawingml/2006/main">
              <a:ext uri="{FF2B5EF4-FFF2-40B4-BE49-F238E27FC236}">
                <a16:creationId xmlns:a16="http://schemas.microsoft.com/office/drawing/2014/main" id="{F1CB3E17-F1BD-4375-8D1D-E87B2909E9D5}"/>
              </a:ext>
            </a:extLst>
          </p:cNvPr>
          <p:cNvSpPr>
            <a:spLocks xmlns:a="http://schemas.openxmlformats.org/drawingml/2006/main" noGrp="1"/>
          </p:cNvSpPr>
          <p:nvPr/>
        </p:nvSpPr>
        <p:spPr>
          <a:xfrm xmlns:a="http://schemas.openxmlformats.org/drawingml/2006/main">
            <a:off x="6629400" y="2095500"/>
            <a:ext cx="4295775" cy="86010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6" name="sensors-label">
            <a:extLst xmlns:a="http://schemas.openxmlformats.org/drawingml/2006/main">
              <a:ext uri="{FF2B5EF4-FFF2-40B4-BE49-F238E27FC236}">
                <a16:creationId xmlns:a16="http://schemas.microsoft.com/office/drawing/2014/main" id="{A7CC971E-DC10-4F82-8909-1A7482DD9A23}"/>
              </a:ext>
            </a:extLst>
          </p:cNvPr>
          <p:cNvSpPr>
            <a:spLocks xmlns:a="http://schemas.openxmlformats.org/drawingml/2006/main" noGrp="1"/>
          </p:cNvSpPr>
          <p:nvPr/>
        </p:nvSpPr>
        <p:spPr>
          <a:xfrm xmlns:a="http://schemas.openxmlformats.org/drawingml/2006/main">
            <a:off x="6705600" y="2133600"/>
            <a:ext cx="4143375" cy="783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&lt;&lt;device&gt;&gt; Sensors</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IMU / barometer / GNSS</a:t>
            </a:r>
          </a:p>
        </p:txBody>
      </p:sp>
      <p:sp>
        <p:nvSpPr>
          <p:cNvPr id="27" name="radio">
            <a:extLst xmlns:a="http://schemas.openxmlformats.org/drawingml/2006/main">
              <a:ext uri="{FF2B5EF4-FFF2-40B4-BE49-F238E27FC236}">
                <a16:creationId xmlns:a16="http://schemas.microsoft.com/office/drawing/2014/main" id="{DCE55DD6-8DE7-4CE3-B9C2-147535372234}"/>
              </a:ext>
            </a:extLst>
          </p:cNvPr>
          <p:cNvSpPr>
            <a:spLocks xmlns:a="http://schemas.openxmlformats.org/drawingml/2006/main" noGrp="1"/>
          </p:cNvSpPr>
          <p:nvPr/>
        </p:nvSpPr>
        <p:spPr>
          <a:xfrm xmlns:a="http://schemas.openxmlformats.org/drawingml/2006/main">
            <a:off x="1076325" y="4266248"/>
            <a:ext cx="4400550" cy="86010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8" name="radio-label">
            <a:extLst xmlns:a="http://schemas.openxmlformats.org/drawingml/2006/main">
              <a:ext uri="{FF2B5EF4-FFF2-40B4-BE49-F238E27FC236}">
                <a16:creationId xmlns:a16="http://schemas.microsoft.com/office/drawing/2014/main" id="{B6E4FF7B-AB80-4F0C-AD8F-E7EDA14F0FA1}"/>
              </a:ext>
            </a:extLst>
          </p:cNvPr>
          <p:cNvSpPr>
            <a:spLocks xmlns:a="http://schemas.openxmlformats.org/drawingml/2006/main" noGrp="1"/>
          </p:cNvSpPr>
          <p:nvPr/>
        </p:nvSpPr>
        <p:spPr>
          <a:xfrm xmlns:a="http://schemas.openxmlformats.org/drawingml/2006/main">
            <a:off x="1152525" y="4304348"/>
            <a:ext cx="4248150" cy="783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&lt;&lt;device&gt;&gt; Radio system</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ELRS TX + receiver</a:t>
            </a:r>
          </a:p>
        </p:txBody>
      </p:sp>
      <p:sp>
        <p:nvSpPr>
          <p:cNvPr id="29" name="pc">
            <a:extLst xmlns:a="http://schemas.openxmlformats.org/drawingml/2006/main">
              <a:ext uri="{FF2B5EF4-FFF2-40B4-BE49-F238E27FC236}">
                <a16:creationId xmlns:a16="http://schemas.microsoft.com/office/drawing/2014/main" id="{E1127093-26DA-41A2-B66B-3C510EA65F35}"/>
              </a:ext>
            </a:extLst>
          </p:cNvPr>
          <p:cNvSpPr>
            <a:spLocks xmlns:a="http://schemas.openxmlformats.org/drawingml/2006/main" noGrp="1"/>
          </p:cNvSpPr>
          <p:nvPr/>
        </p:nvSpPr>
        <p:spPr>
          <a:xfrm xmlns:a="http://schemas.openxmlformats.org/drawingml/2006/main">
            <a:off x="6629400" y="4266248"/>
            <a:ext cx="4295775" cy="86010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0" name="pc-label">
            <a:extLst xmlns:a="http://schemas.openxmlformats.org/drawingml/2006/main">
              <a:ext uri="{FF2B5EF4-FFF2-40B4-BE49-F238E27FC236}">
                <a16:creationId xmlns:a16="http://schemas.microsoft.com/office/drawing/2014/main" id="{EB7F78AF-CAD9-4F4A-B1F1-9DDE3E93B755}"/>
              </a:ext>
            </a:extLst>
          </p:cNvPr>
          <p:cNvSpPr>
            <a:spLocks xmlns:a="http://schemas.openxmlformats.org/drawingml/2006/main" noGrp="1"/>
          </p:cNvSpPr>
          <p:nvPr/>
        </p:nvSpPr>
        <p:spPr>
          <a:xfrm xmlns:a="http://schemas.openxmlformats.org/drawingml/2006/main">
            <a:off x="6705600" y="4304348"/>
            <a:ext cx="4143375" cy="783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&lt;&lt;device&gt;&gt; Windows laptop</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Mission Planner / FastAPI / AI</a:t>
            </a:r>
          </a:p>
        </p:txBody>
      </p:sp>
      <p:sp>
        <p:nvSpPr>
          <p:cNvPr id="31" name="diagram-caption">
            <a:extLst xmlns:a="http://schemas.openxmlformats.org/drawingml/2006/main">
              <a:ext uri="{FF2B5EF4-FFF2-40B4-BE49-F238E27FC236}">
                <a16:creationId xmlns:a16="http://schemas.microsoft.com/office/drawing/2014/main" id="{62582164-3803-4208-B9DB-9974E4B3939F}"/>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Mission Planner and the custom application are peer GCS clients. Sharing an endpoint requires an intentional router.</a:t>
            </a:r>
          </a:p>
        </p:txBody>
      </p:sp>
    </p:spTree>
    <p:extLst>
      <p:ext uri="{BB962C8B-B14F-4D97-AF65-F5344CB8AC3E}">
        <p14:creationId xmlns:p14="http://schemas.microsoft.com/office/powerpoint/2010/main" val="19971430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6D034F9-E974-44A4-979C-9753818871B5}"/>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12</a:t>
            </a:r>
          </a:p>
        </p:txBody>
      </p:sp>
      <p:sp>
        <p:nvSpPr>
          <p:cNvPr id="3" name="title">
            <a:extLst xmlns:a="http://schemas.openxmlformats.org/drawingml/2006/main">
              <a:ext uri="{FF2B5EF4-FFF2-40B4-BE49-F238E27FC236}">
                <a16:creationId xmlns:a16="http://schemas.microsoft.com/office/drawing/2014/main" id="{E88E05B8-A21F-472C-BE99-0E4B7B64A26B}"/>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Manual radio control and modes</a:t>
            </a:r>
          </a:p>
        </p:txBody>
      </p:sp>
      <p:sp>
        <p:nvSpPr>
          <p:cNvPr id="4" name="summary">
            <a:extLst xmlns:a="http://schemas.openxmlformats.org/drawingml/2006/main">
              <a:ext uri="{FF2B5EF4-FFF2-40B4-BE49-F238E27FC236}">
                <a16:creationId xmlns:a16="http://schemas.microsoft.com/office/drawing/2014/main" id="{2B6B0407-9107-48CA-AF06-79EB07912F3C}"/>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A three-position mode switch plus separate auxiliary requests</a:t>
            </a:r>
          </a:p>
        </p:txBody>
      </p:sp>
      <p:sp>
        <p:nvSpPr>
          <p:cNvPr id="5" name="footer">
            <a:extLst xmlns:a="http://schemas.openxmlformats.org/drawingml/2006/main">
              <a:ext uri="{FF2B5EF4-FFF2-40B4-BE49-F238E27FC236}">
                <a16:creationId xmlns:a16="http://schemas.microsoft.com/office/drawing/2014/main" id="{1D610862-D409-4A1C-99A4-DDD14C1DCE70}"/>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CE7DB81-881C-42A0-8788-6571A11345AC}"/>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13 / 38</a:t>
            </a:r>
          </a:p>
        </p:txBody>
      </p:sp>
      <p:sp>
        <p:nvSpPr>
          <p:cNvPr id="7" name="point-index">
            <a:extLst xmlns:a="http://schemas.openxmlformats.org/drawingml/2006/main">
              <a:ext uri="{FF2B5EF4-FFF2-40B4-BE49-F238E27FC236}">
                <a16:creationId xmlns:a16="http://schemas.microsoft.com/office/drawing/2014/main" id="{B8EF229F-1B53-4028-AF67-53566FC130EC}"/>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87883973-F653-4A85-9EF2-63A5E250627F}"/>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Channel 6, three positions: 1000 Stabilize / 1500 Loiter / 2000 GUIDED.</a:t>
            </a:r>
          </a:p>
        </p:txBody>
      </p:sp>
      <p:sp>
        <p:nvSpPr>
          <p:cNvPr id="9" name="point-index">
            <a:extLst xmlns:a="http://schemas.openxmlformats.org/drawingml/2006/main">
              <a:ext uri="{FF2B5EF4-FFF2-40B4-BE49-F238E27FC236}">
                <a16:creationId xmlns:a16="http://schemas.microsoft.com/office/drawing/2014/main" id="{9DA5EE49-3C26-4FA6-B84E-1024840079DD}"/>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F5C61A0D-B94B-4FC5-86D6-3764EDC7685B}"/>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Channel 5 high: RTL request. Channel 7 high: AltHold request.</a:t>
            </a:r>
          </a:p>
        </p:txBody>
      </p:sp>
      <p:sp>
        <p:nvSpPr>
          <p:cNvPr id="11" name="point-index">
            <a:extLst xmlns:a="http://schemas.openxmlformats.org/drawingml/2006/main">
              <a:ext uri="{FF2B5EF4-FFF2-40B4-BE49-F238E27FC236}">
                <a16:creationId xmlns:a16="http://schemas.microsoft.com/office/drawing/2014/main" id="{D9004B37-ED1B-4A10-AEF2-E6AEC966D21F}"/>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7B067547-5F41-4F3C-9799-CF134F641760}"/>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Channel 8 high: Land request. Return auxiliary switches low after use.</a:t>
            </a:r>
          </a:p>
        </p:txBody>
      </p:sp>
      <p:sp>
        <p:nvSpPr>
          <p:cNvPr id="13" name="point-index">
            <a:extLst xmlns:a="http://schemas.openxmlformats.org/drawingml/2006/main">
              <a:ext uri="{FF2B5EF4-FFF2-40B4-BE49-F238E27FC236}">
                <a16:creationId xmlns:a16="http://schemas.microsoft.com/office/drawing/2014/main" id="{AAD37D42-A842-4133-B105-5434A2907D0F}"/>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ED942741-E0D0-4393-B9C4-20D321A6E4B2}"/>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Check all switch interactions on the bench; GPS-dependent modes need valid position.</a:t>
            </a:r>
          </a:p>
        </p:txBody>
      </p:sp>
    </p:spTree>
    <p:extLst>
      <p:ext uri="{BB962C8B-B14F-4D97-AF65-F5344CB8AC3E}">
        <p14:creationId xmlns:p14="http://schemas.microsoft.com/office/powerpoint/2010/main" val="10055421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F5953C1-2E13-4D48-B3E2-4700D2F8D1D7}"/>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13</a:t>
            </a:r>
          </a:p>
        </p:txBody>
      </p:sp>
      <p:sp>
        <p:nvSpPr>
          <p:cNvPr id="3" name="title">
            <a:extLst xmlns:a="http://schemas.openxmlformats.org/drawingml/2006/main">
              <a:ext uri="{FF2B5EF4-FFF2-40B4-BE49-F238E27FC236}">
                <a16:creationId xmlns:a16="http://schemas.microsoft.com/office/drawing/2014/main" id="{C794BC96-8AF1-4301-B26C-BA6C1E97567D}"/>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Motor order and rotation</a:t>
            </a:r>
          </a:p>
        </p:txBody>
      </p:sp>
      <p:sp>
        <p:nvSpPr>
          <p:cNvPr id="4" name="summary">
            <a:extLst xmlns:a="http://schemas.openxmlformats.org/drawingml/2006/main">
              <a:ext uri="{FF2B5EF4-FFF2-40B4-BE49-F238E27FC236}">
                <a16:creationId xmlns:a16="http://schemas.microsoft.com/office/drawing/2014/main" id="{4B547C54-F6C8-4F55-B7C2-A1E5567F9EE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The corrected mapping differs from the original export</a:t>
            </a:r>
          </a:p>
        </p:txBody>
      </p:sp>
      <p:sp>
        <p:nvSpPr>
          <p:cNvPr id="5" name="footer">
            <a:extLst xmlns:a="http://schemas.openxmlformats.org/drawingml/2006/main">
              <a:ext uri="{FF2B5EF4-FFF2-40B4-BE49-F238E27FC236}">
                <a16:creationId xmlns:a16="http://schemas.microsoft.com/office/drawing/2014/main" id="{3D87641A-85A9-46BA-8782-DF0962071041}"/>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CDE80166-3A54-47D2-86AA-3D144F432DAA}"/>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14 / 38</a:t>
            </a:r>
          </a:p>
        </p:txBody>
      </p:sp>
      <p:sp>
        <p:nvSpPr>
          <p:cNvPr id="7" name="fl">
            <a:extLst xmlns:a="http://schemas.openxmlformats.org/drawingml/2006/main">
              <a:ext uri="{FF2B5EF4-FFF2-40B4-BE49-F238E27FC236}">
                <a16:creationId xmlns:a16="http://schemas.microsoft.com/office/drawing/2014/main" id="{6B732AB4-7E62-474B-9531-02F2E8DAC2E2}"/>
              </a:ext>
            </a:extLst>
          </p:cNvPr>
          <p:cNvSpPr>
            <a:spLocks xmlns:a="http://schemas.openxmlformats.org/drawingml/2006/main" noGrp="1"/>
          </p:cNvSpPr>
          <p:nvPr/>
        </p:nvSpPr>
        <p:spPr>
          <a:xfrm xmlns:a="http://schemas.openxmlformats.org/drawingml/2006/main">
            <a:off x="1023938" y="1931670"/>
            <a:ext cx="3981450" cy="102393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8" name="fl-label">
            <a:extLst xmlns:a="http://schemas.openxmlformats.org/drawingml/2006/main">
              <a:ext uri="{FF2B5EF4-FFF2-40B4-BE49-F238E27FC236}">
                <a16:creationId xmlns:a16="http://schemas.microsoft.com/office/drawing/2014/main" id="{31755D69-10A7-41E3-9D05-30FCA7DE3831}"/>
              </a:ext>
            </a:extLst>
          </p:cNvPr>
          <p:cNvSpPr>
            <a:spLocks xmlns:a="http://schemas.openxmlformats.org/drawingml/2006/main" noGrp="1"/>
          </p:cNvSpPr>
          <p:nvPr/>
        </p:nvSpPr>
        <p:spPr>
          <a:xfrm xmlns:a="http://schemas.openxmlformats.org/drawingml/2006/main">
            <a:off x="1100138" y="1969770"/>
            <a:ext cx="3829050" cy="947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Front-left: D / Motor 3</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Output 2: function 35</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Clockwise</a:t>
            </a:r>
          </a:p>
        </p:txBody>
      </p:sp>
      <p:sp>
        <p:nvSpPr>
          <p:cNvPr id="9" name="fr">
            <a:extLst xmlns:a="http://schemas.openxmlformats.org/drawingml/2006/main">
              <a:ext uri="{FF2B5EF4-FFF2-40B4-BE49-F238E27FC236}">
                <a16:creationId xmlns:a16="http://schemas.microsoft.com/office/drawing/2014/main" id="{D4C2C39F-293F-4E29-BD9A-5C220C74A2E3}"/>
              </a:ext>
            </a:extLst>
          </p:cNvPr>
          <p:cNvSpPr>
            <a:spLocks xmlns:a="http://schemas.openxmlformats.org/drawingml/2006/main" noGrp="1"/>
          </p:cNvSpPr>
          <p:nvPr/>
        </p:nvSpPr>
        <p:spPr>
          <a:xfrm xmlns:a="http://schemas.openxmlformats.org/drawingml/2006/main">
            <a:off x="6996113" y="1931670"/>
            <a:ext cx="3981450" cy="102393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0" name="fr-label">
            <a:extLst xmlns:a="http://schemas.openxmlformats.org/drawingml/2006/main">
              <a:ext uri="{FF2B5EF4-FFF2-40B4-BE49-F238E27FC236}">
                <a16:creationId xmlns:a16="http://schemas.microsoft.com/office/drawing/2014/main" id="{3EFB7D91-9536-49A1-ACB1-D43CB79BBBF9}"/>
              </a:ext>
            </a:extLst>
          </p:cNvPr>
          <p:cNvSpPr>
            <a:spLocks xmlns:a="http://schemas.openxmlformats.org/drawingml/2006/main" noGrp="1"/>
          </p:cNvSpPr>
          <p:nvPr/>
        </p:nvSpPr>
        <p:spPr>
          <a:xfrm xmlns:a="http://schemas.openxmlformats.org/drawingml/2006/main">
            <a:off x="7072313" y="1969770"/>
            <a:ext cx="3829050" cy="947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Front-right: A / Motor 1</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Output 1: function 33</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Counterclockwise</a:t>
            </a:r>
          </a:p>
        </p:txBody>
      </p:sp>
      <p:sp>
        <p:nvSpPr>
          <p:cNvPr id="11" name="bl">
            <a:extLst xmlns:a="http://schemas.openxmlformats.org/drawingml/2006/main">
              <a:ext uri="{FF2B5EF4-FFF2-40B4-BE49-F238E27FC236}">
                <a16:creationId xmlns:a16="http://schemas.microsoft.com/office/drawing/2014/main" id="{43426F44-006A-468A-97DE-6D78606772E3}"/>
              </a:ext>
            </a:extLst>
          </p:cNvPr>
          <p:cNvSpPr>
            <a:spLocks xmlns:a="http://schemas.openxmlformats.org/drawingml/2006/main" noGrp="1"/>
          </p:cNvSpPr>
          <p:nvPr/>
        </p:nvSpPr>
        <p:spPr>
          <a:xfrm xmlns:a="http://schemas.openxmlformats.org/drawingml/2006/main">
            <a:off x="1023938" y="4389120"/>
            <a:ext cx="3981450" cy="102393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2" name="bl-label">
            <a:extLst xmlns:a="http://schemas.openxmlformats.org/drawingml/2006/main">
              <a:ext uri="{FF2B5EF4-FFF2-40B4-BE49-F238E27FC236}">
                <a16:creationId xmlns:a16="http://schemas.microsoft.com/office/drawing/2014/main" id="{61F59938-F0F3-43E4-BFBD-3F83605ACF12}"/>
              </a:ext>
            </a:extLst>
          </p:cNvPr>
          <p:cNvSpPr>
            <a:spLocks xmlns:a="http://schemas.openxmlformats.org/drawingml/2006/main" noGrp="1"/>
          </p:cNvSpPr>
          <p:nvPr/>
        </p:nvSpPr>
        <p:spPr>
          <a:xfrm xmlns:a="http://schemas.openxmlformats.org/drawingml/2006/main">
            <a:off x="1100138" y="4427220"/>
            <a:ext cx="3829050" cy="947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Rear-left: C / Motor 2</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Output 4: function 34</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Counterclockwise</a:t>
            </a:r>
          </a:p>
        </p:txBody>
      </p:sp>
      <p:sp>
        <p:nvSpPr>
          <p:cNvPr id="13" name="br">
            <a:extLst xmlns:a="http://schemas.openxmlformats.org/drawingml/2006/main">
              <a:ext uri="{FF2B5EF4-FFF2-40B4-BE49-F238E27FC236}">
                <a16:creationId xmlns:a16="http://schemas.microsoft.com/office/drawing/2014/main" id="{CB930BCD-6B83-402B-A978-49DF4663A2CF}"/>
              </a:ext>
            </a:extLst>
          </p:cNvPr>
          <p:cNvSpPr>
            <a:spLocks xmlns:a="http://schemas.openxmlformats.org/drawingml/2006/main" noGrp="1"/>
          </p:cNvSpPr>
          <p:nvPr/>
        </p:nvSpPr>
        <p:spPr>
          <a:xfrm xmlns:a="http://schemas.openxmlformats.org/drawingml/2006/main">
            <a:off x="6996113" y="4389120"/>
            <a:ext cx="3981450" cy="102393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4" name="br-label">
            <a:extLst xmlns:a="http://schemas.openxmlformats.org/drawingml/2006/main">
              <a:ext uri="{FF2B5EF4-FFF2-40B4-BE49-F238E27FC236}">
                <a16:creationId xmlns:a16="http://schemas.microsoft.com/office/drawing/2014/main" id="{8AF19E80-AEFC-43B1-959F-30D4EF462090}"/>
              </a:ext>
            </a:extLst>
          </p:cNvPr>
          <p:cNvSpPr>
            <a:spLocks xmlns:a="http://schemas.openxmlformats.org/drawingml/2006/main" noGrp="1"/>
          </p:cNvSpPr>
          <p:nvPr/>
        </p:nvSpPr>
        <p:spPr>
          <a:xfrm xmlns:a="http://schemas.openxmlformats.org/drawingml/2006/main">
            <a:off x="7072313" y="4427220"/>
            <a:ext cx="3829050" cy="947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Rear-right: B / Motor 4</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Output 3: function 36</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Clockwise</a:t>
            </a:r>
          </a:p>
        </p:txBody>
      </p:sp>
      <p:sp>
        <p:nvSpPr>
          <p:cNvPr id="15" name="nose">
            <a:extLst xmlns:a="http://schemas.openxmlformats.org/drawingml/2006/main">
              <a:ext uri="{FF2B5EF4-FFF2-40B4-BE49-F238E27FC236}">
                <a16:creationId xmlns:a16="http://schemas.microsoft.com/office/drawing/2014/main" id="{EBF652E7-49F3-4A4E-8C99-70966A3250A6}"/>
              </a:ext>
            </a:extLst>
          </p:cNvPr>
          <p:cNvSpPr>
            <a:spLocks xmlns:a="http://schemas.openxmlformats.org/drawingml/2006/main" noGrp="1"/>
          </p:cNvSpPr>
          <p:nvPr/>
        </p:nvSpPr>
        <p:spPr>
          <a:xfrm xmlns:a="http://schemas.openxmlformats.org/drawingml/2006/main">
            <a:off x="4743450" y="3365183"/>
            <a:ext cx="2514600" cy="655320"/>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6" name="nose-label">
            <a:extLst xmlns:a="http://schemas.openxmlformats.org/drawingml/2006/main">
              <a:ext uri="{FF2B5EF4-FFF2-40B4-BE49-F238E27FC236}">
                <a16:creationId xmlns:a16="http://schemas.microsoft.com/office/drawing/2014/main" id="{E0E6FAFB-8FFD-46D6-A987-443622E14DDE}"/>
              </a:ext>
            </a:extLst>
          </p:cNvPr>
          <p:cNvSpPr>
            <a:spLocks xmlns:a="http://schemas.openxmlformats.org/drawingml/2006/main" noGrp="1"/>
          </p:cNvSpPr>
          <p:nvPr/>
        </p:nvSpPr>
        <p:spPr>
          <a:xfrm xmlns:a="http://schemas.openxmlformats.org/drawingml/2006/main">
            <a:off x="4819650" y="3403283"/>
            <a:ext cx="236220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NOSE / FRONT</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View from above</a:t>
            </a:r>
          </a:p>
        </p:txBody>
      </p:sp>
      <p:sp>
        <p:nvSpPr>
          <p:cNvPr id="17" name="diagram-caption">
            <a:extLst xmlns:a="http://schemas.openxmlformats.org/drawingml/2006/main">
              <a:ext uri="{FF2B5EF4-FFF2-40B4-BE49-F238E27FC236}">
                <a16:creationId xmlns:a16="http://schemas.microsoft.com/office/drawing/2014/main" id="{6BCCDEF4-7F36-4DFF-A1CC-5A5A8AFF165F}"/>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The user confirmed these positions and directions after remapping. Test letters, motor numbers and physical outputs are different identifiers.</a:t>
            </a:r>
          </a:p>
        </p:txBody>
      </p:sp>
    </p:spTree>
    <p:extLst>
      <p:ext uri="{BB962C8B-B14F-4D97-AF65-F5344CB8AC3E}">
        <p14:creationId xmlns:p14="http://schemas.microsoft.com/office/powerpoint/2010/main" val="9871754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3562388-858D-4ADB-8C20-1B536BEDBAE8}"/>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14</a:t>
            </a:r>
          </a:p>
        </p:txBody>
      </p:sp>
      <p:sp>
        <p:nvSpPr>
          <p:cNvPr id="3" name="title">
            <a:extLst xmlns:a="http://schemas.openxmlformats.org/drawingml/2006/main">
              <a:ext uri="{FF2B5EF4-FFF2-40B4-BE49-F238E27FC236}">
                <a16:creationId xmlns:a16="http://schemas.microsoft.com/office/drawing/2014/main" id="{A8E4B6BD-D222-427A-B126-F8475E55A45E}"/>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Mission Planner commissioning workflow</a:t>
            </a:r>
          </a:p>
        </p:txBody>
      </p:sp>
      <p:sp>
        <p:nvSpPr>
          <p:cNvPr id="4" name="summary">
            <a:extLst xmlns:a="http://schemas.openxmlformats.org/drawingml/2006/main">
              <a:ext uri="{FF2B5EF4-FFF2-40B4-BE49-F238E27FC236}">
                <a16:creationId xmlns:a16="http://schemas.microsoft.com/office/drawing/2014/main" id="{AAE1EE4C-C996-4F2E-96E4-CB7D88E73A67}"/>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Configuration, diagnostics and readback on the ground</a:t>
            </a:r>
          </a:p>
        </p:txBody>
      </p:sp>
      <p:sp>
        <p:nvSpPr>
          <p:cNvPr id="5" name="footer">
            <a:extLst xmlns:a="http://schemas.openxmlformats.org/drawingml/2006/main">
              <a:ext uri="{FF2B5EF4-FFF2-40B4-BE49-F238E27FC236}">
                <a16:creationId xmlns:a16="http://schemas.microsoft.com/office/drawing/2014/main" id="{D73FBE39-A73A-4157-A34B-95350CE144AE}"/>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A00CCB02-11D5-4085-B261-668536A5A30A}"/>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15 / 38</a:t>
            </a:r>
          </a:p>
        </p:txBody>
      </p:sp>
      <p:sp>
        <p:nvSpPr>
          <p:cNvPr id="7" name="point-index">
            <a:extLst xmlns:a="http://schemas.openxmlformats.org/drawingml/2006/main">
              <a:ext uri="{FF2B5EF4-FFF2-40B4-BE49-F238E27FC236}">
                <a16:creationId xmlns:a16="http://schemas.microsoft.com/office/drawing/2014/main" id="{A37065CB-1945-454E-A5A2-D11BDA5C7FE6}"/>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3F9F7037-7D94-4447-BD2A-D2F1DC2EBE03}"/>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Read back the actual FC parameters and save a baseline before changing them.</a:t>
            </a:r>
          </a:p>
        </p:txBody>
      </p:sp>
      <p:sp>
        <p:nvSpPr>
          <p:cNvPr id="9" name="point-index">
            <a:extLst xmlns:a="http://schemas.openxmlformats.org/drawingml/2006/main">
              <a:ext uri="{FF2B5EF4-FFF2-40B4-BE49-F238E27FC236}">
                <a16:creationId xmlns:a16="http://schemas.microsoft.com/office/drawing/2014/main" id="{E39714D4-06E2-417A-921A-BC2F9F57FCAB}"/>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ACDE3E53-8573-41A6-9D52-A7E2C7E6FBBA}"/>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Verify orientation, radio mapping, sensor calibration and current pre-arm messages.</a:t>
            </a:r>
          </a:p>
        </p:txBody>
      </p:sp>
      <p:sp>
        <p:nvSpPr>
          <p:cNvPr id="11" name="point-index">
            <a:extLst xmlns:a="http://schemas.openxmlformats.org/drawingml/2006/main">
              <a:ext uri="{FF2B5EF4-FFF2-40B4-BE49-F238E27FC236}">
                <a16:creationId xmlns:a16="http://schemas.microsoft.com/office/drawing/2014/main" id="{5576BB43-E3D0-4F25-A1B0-158868CFAC2E}"/>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BC36C4BC-DB99-4895-A4B6-C790523DE791}"/>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Test each motor location and rotation with props removed.</a:t>
            </a:r>
          </a:p>
        </p:txBody>
      </p:sp>
      <p:sp>
        <p:nvSpPr>
          <p:cNvPr id="13" name="point-index">
            <a:extLst xmlns:a="http://schemas.openxmlformats.org/drawingml/2006/main">
              <a:ext uri="{FF2B5EF4-FFF2-40B4-BE49-F238E27FC236}">
                <a16:creationId xmlns:a16="http://schemas.microsoft.com/office/drawing/2014/main" id="{E55928A9-B91B-4831-A842-9FF845CB1F6E}"/>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4D725772-CBE7-4F24-8B32-64C549C59F42}"/>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Confirm voltage/current measurement, failsafe behavior and manual takeover.</a:t>
            </a:r>
          </a:p>
        </p:txBody>
      </p:sp>
    </p:spTree>
    <p:extLst>
      <p:ext uri="{BB962C8B-B14F-4D97-AF65-F5344CB8AC3E}">
        <p14:creationId xmlns:p14="http://schemas.microsoft.com/office/powerpoint/2010/main" val="5310433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FCC92D7C-C893-43BC-9805-FD848620B98E}"/>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15</a:t>
            </a:r>
          </a:p>
        </p:txBody>
      </p:sp>
      <p:sp>
        <p:nvSpPr>
          <p:cNvPr id="3" name="title">
            <a:extLst xmlns:a="http://schemas.openxmlformats.org/drawingml/2006/main">
              <a:ext uri="{FF2B5EF4-FFF2-40B4-BE49-F238E27FC236}">
                <a16:creationId xmlns:a16="http://schemas.microsoft.com/office/drawing/2014/main" id="{A7C468AB-612C-4D34-9CD8-70EB2333214D}"/>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MAVLink telemetry contract</a:t>
            </a:r>
          </a:p>
        </p:txBody>
      </p:sp>
      <p:sp>
        <p:nvSpPr>
          <p:cNvPr id="4" name="summary">
            <a:extLst xmlns:a="http://schemas.openxmlformats.org/drawingml/2006/main">
              <a:ext uri="{FF2B5EF4-FFF2-40B4-BE49-F238E27FC236}">
                <a16:creationId xmlns:a16="http://schemas.microsoft.com/office/drawing/2014/main" id="{F00973F0-58F7-429A-B0C8-6CA107B0CFE3}"/>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Messages consumed by the current adapter</a:t>
            </a:r>
          </a:p>
        </p:txBody>
      </p:sp>
      <p:sp>
        <p:nvSpPr>
          <p:cNvPr id="5" name="footer">
            <a:extLst xmlns:a="http://schemas.openxmlformats.org/drawingml/2006/main">
              <a:ext uri="{FF2B5EF4-FFF2-40B4-BE49-F238E27FC236}">
                <a16:creationId xmlns:a16="http://schemas.microsoft.com/office/drawing/2014/main" id="{91D9E4AB-51F8-4852-A92B-E3D29CDD8043}"/>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A31ABCF-A14A-4D20-B77C-8A59379DD5B7}"/>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16 / 38</a:t>
            </a:r>
          </a:p>
        </p:txBody>
      </p:sp>
      <p:sp>
        <p:nvSpPr>
          <p:cNvPr id="7" name="point-index">
            <a:extLst xmlns:a="http://schemas.openxmlformats.org/drawingml/2006/main">
              <a:ext uri="{FF2B5EF4-FFF2-40B4-BE49-F238E27FC236}">
                <a16:creationId xmlns:a16="http://schemas.microsoft.com/office/drawing/2014/main" id="{7DE980BE-3C2D-400A-AFF4-EF3D5225176D}"/>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E44D5A12-D191-418A-986B-EA2D38553088}"/>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HEARTBEAT: armed state and mode. GLOBAL_POSITION_INT: position and velocity.</a:t>
            </a:r>
          </a:p>
        </p:txBody>
      </p:sp>
      <p:sp>
        <p:nvSpPr>
          <p:cNvPr id="9" name="point-index">
            <a:extLst xmlns:a="http://schemas.openxmlformats.org/drawingml/2006/main">
              <a:ext uri="{FF2B5EF4-FFF2-40B4-BE49-F238E27FC236}">
                <a16:creationId xmlns:a16="http://schemas.microsoft.com/office/drawing/2014/main" id="{F719AF0F-AA72-439D-8788-F9B7A03790E2}"/>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53EF3347-675B-4A0D-9491-3F45636DF0C9}"/>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GPS_RAW_INT: fix, satellites and HDOP. SYS_STATUS: battery state.</a:t>
            </a:r>
          </a:p>
        </p:txBody>
      </p:sp>
      <p:sp>
        <p:nvSpPr>
          <p:cNvPr id="11" name="point-index">
            <a:extLst xmlns:a="http://schemas.openxmlformats.org/drawingml/2006/main">
              <a:ext uri="{FF2B5EF4-FFF2-40B4-BE49-F238E27FC236}">
                <a16:creationId xmlns:a16="http://schemas.microsoft.com/office/drawing/2014/main" id="{EE739087-0547-4307-ABA0-07510AEA160E}"/>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BCBAFE79-D8DB-48DF-84DE-04EDEB9C86DB}"/>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EKF_STATUS_REPORT: estimator checks; STATUSTEXT: diagnostic messages.</a:t>
            </a:r>
          </a:p>
        </p:txBody>
      </p:sp>
      <p:sp>
        <p:nvSpPr>
          <p:cNvPr id="13" name="point-index">
            <a:extLst xmlns:a="http://schemas.openxmlformats.org/drawingml/2006/main">
              <a:ext uri="{FF2B5EF4-FFF2-40B4-BE49-F238E27FC236}">
                <a16:creationId xmlns:a16="http://schemas.microsoft.com/office/drawing/2014/main" id="{BA0171FF-6ACE-4421-9ABE-253605918280}"/>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CE33D130-86F5-45BA-8C73-E4B9D24C5BC0}"/>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Freshness is per message family; a heartbeat cannot substitute for fresh GPS or battery.</a:t>
            </a:r>
          </a:p>
        </p:txBody>
      </p:sp>
    </p:spTree>
    <p:extLst>
      <p:ext uri="{BB962C8B-B14F-4D97-AF65-F5344CB8AC3E}">
        <p14:creationId xmlns:p14="http://schemas.microsoft.com/office/powerpoint/2010/main" val="20750030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ECF9AC5D-81C7-434C-86C4-E61DAB314A26}"/>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16</a:t>
            </a:r>
          </a:p>
        </p:txBody>
      </p:sp>
      <p:sp>
        <p:nvSpPr>
          <p:cNvPr id="3" name="title">
            <a:extLst xmlns:a="http://schemas.openxmlformats.org/drawingml/2006/main">
              <a:ext uri="{FF2B5EF4-FFF2-40B4-BE49-F238E27FC236}">
                <a16:creationId xmlns:a16="http://schemas.microsoft.com/office/drawing/2014/main" id="{5D980CE3-07C1-4E42-B92E-9F1F44F56BC7}"/>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UML telemetry sequence</a:t>
            </a:r>
          </a:p>
        </p:txBody>
      </p:sp>
      <p:sp>
        <p:nvSpPr>
          <p:cNvPr id="4" name="summary">
            <a:extLst xmlns:a="http://schemas.openxmlformats.org/drawingml/2006/main">
              <a:ext uri="{FF2B5EF4-FFF2-40B4-BE49-F238E27FC236}">
                <a16:creationId xmlns:a16="http://schemas.microsoft.com/office/drawing/2014/main" id="{3CDE9E58-283D-4E4B-8134-BAE752A2286E}"/>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State moves from the FC to the interface</a:t>
            </a:r>
          </a:p>
        </p:txBody>
      </p:sp>
      <p:sp>
        <p:nvSpPr>
          <p:cNvPr id="5" name="footer">
            <a:extLst xmlns:a="http://schemas.openxmlformats.org/drawingml/2006/main">
              <a:ext uri="{FF2B5EF4-FFF2-40B4-BE49-F238E27FC236}">
                <a16:creationId xmlns:a16="http://schemas.microsoft.com/office/drawing/2014/main" id="{CC84603B-AB65-4C3E-9899-1082D2612208}"/>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63D1F979-5006-44CC-9FA0-C2A6731485C8}"/>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17 / 38</a:t>
            </a:r>
          </a:p>
        </p:txBody>
      </p:sp>
      <p:sp>
        <p:nvSpPr>
          <p:cNvPr id="7" name="participant">
            <a:extLst xmlns:a="http://schemas.openxmlformats.org/drawingml/2006/main">
              <a:ext uri="{FF2B5EF4-FFF2-40B4-BE49-F238E27FC236}">
                <a16:creationId xmlns:a16="http://schemas.microsoft.com/office/drawing/2014/main" id="{BA3EE464-E07E-4E8E-9DC4-EDE1B80BEEBD}"/>
              </a:ext>
            </a:extLst>
          </p:cNvPr>
          <p:cNvSpPr>
            <a:spLocks xmlns:a="http://schemas.openxmlformats.org/drawingml/2006/main" noGrp="1"/>
          </p:cNvSpPr>
          <p:nvPr/>
        </p:nvSpPr>
        <p:spPr>
          <a:xfrm xmlns:a="http://schemas.openxmlformats.org/drawingml/2006/main">
            <a:off x="814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8" name="participant-name">
            <a:extLst xmlns:a="http://schemas.openxmlformats.org/drawingml/2006/main">
              <a:ext uri="{FF2B5EF4-FFF2-40B4-BE49-F238E27FC236}">
                <a16:creationId xmlns:a16="http://schemas.microsoft.com/office/drawing/2014/main" id="{46E6D1A6-7DCD-428F-9F19-D1FA32EA0A66}"/>
              </a:ext>
            </a:extLst>
          </p:cNvPr>
          <p:cNvSpPr>
            <a:spLocks xmlns:a="http://schemas.openxmlformats.org/drawingml/2006/main" noGrp="1"/>
          </p:cNvSpPr>
          <p:nvPr/>
        </p:nvSpPr>
        <p:spPr>
          <a:xfrm xmlns:a="http://schemas.openxmlformats.org/drawingml/2006/main">
            <a:off x="866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Sensors / FC</a:t>
            </a:r>
          </a:p>
        </p:txBody>
      </p:sp>
      <p:sp>
        <p:nvSpPr>
          <p:cNvPr id="9" name="lifeline">
            <a:extLst xmlns:a="http://schemas.openxmlformats.org/drawingml/2006/main">
              <a:ext uri="{FF2B5EF4-FFF2-40B4-BE49-F238E27FC236}">
                <a16:creationId xmlns:a16="http://schemas.microsoft.com/office/drawing/2014/main" id="{E96AFC42-EBFB-43F2-8ED1-9AA462582EAC}"/>
              </a:ext>
            </a:extLst>
          </p:cNvPr>
          <p:cNvSpPr>
            <a:spLocks xmlns:a="http://schemas.openxmlformats.org/drawingml/2006/main" noGrp="1"/>
          </p:cNvSpPr>
          <p:nvPr/>
        </p:nvSpPr>
        <p:spPr>
          <a:xfrm xmlns:a="http://schemas.openxmlformats.org/drawingml/2006/main">
            <a:off x="1809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0" name="participant">
            <a:extLst xmlns:a="http://schemas.openxmlformats.org/drawingml/2006/main">
              <a:ext uri="{FF2B5EF4-FFF2-40B4-BE49-F238E27FC236}">
                <a16:creationId xmlns:a16="http://schemas.microsoft.com/office/drawing/2014/main" id="{F7D0441D-5814-47B1-A4A4-03684ED379FB}"/>
              </a:ext>
            </a:extLst>
          </p:cNvPr>
          <p:cNvSpPr>
            <a:spLocks xmlns:a="http://schemas.openxmlformats.org/drawingml/2006/main" noGrp="1"/>
          </p:cNvSpPr>
          <p:nvPr/>
        </p:nvSpPr>
        <p:spPr>
          <a:xfrm xmlns:a="http://schemas.openxmlformats.org/drawingml/2006/main">
            <a:off x="3608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1" name="participant-name">
            <a:extLst xmlns:a="http://schemas.openxmlformats.org/drawingml/2006/main">
              <a:ext uri="{FF2B5EF4-FFF2-40B4-BE49-F238E27FC236}">
                <a16:creationId xmlns:a16="http://schemas.microsoft.com/office/drawing/2014/main" id="{9930526D-A21C-4082-9ED4-353E524AC790}"/>
              </a:ext>
            </a:extLst>
          </p:cNvPr>
          <p:cNvSpPr>
            <a:spLocks xmlns:a="http://schemas.openxmlformats.org/drawingml/2006/main" noGrp="1"/>
          </p:cNvSpPr>
          <p:nvPr/>
        </p:nvSpPr>
        <p:spPr>
          <a:xfrm xmlns:a="http://schemas.openxmlformats.org/drawingml/2006/main">
            <a:off x="3660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ELRS link</a:t>
            </a:r>
          </a:p>
        </p:txBody>
      </p:sp>
      <p:sp>
        <p:nvSpPr>
          <p:cNvPr id="12" name="lifeline">
            <a:extLst xmlns:a="http://schemas.openxmlformats.org/drawingml/2006/main">
              <a:ext uri="{FF2B5EF4-FFF2-40B4-BE49-F238E27FC236}">
                <a16:creationId xmlns:a16="http://schemas.microsoft.com/office/drawing/2014/main" id="{A5EF1B10-1AFF-4286-ABEA-2DFFFBA77F6B}"/>
              </a:ext>
            </a:extLst>
          </p:cNvPr>
          <p:cNvSpPr>
            <a:spLocks xmlns:a="http://schemas.openxmlformats.org/drawingml/2006/main" noGrp="1"/>
          </p:cNvSpPr>
          <p:nvPr/>
        </p:nvSpPr>
        <p:spPr>
          <a:xfrm xmlns:a="http://schemas.openxmlformats.org/drawingml/2006/main">
            <a:off x="4603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3" name="participant">
            <a:extLst xmlns:a="http://schemas.openxmlformats.org/drawingml/2006/main">
              <a:ext uri="{FF2B5EF4-FFF2-40B4-BE49-F238E27FC236}">
                <a16:creationId xmlns:a16="http://schemas.microsoft.com/office/drawing/2014/main" id="{D2E58A87-EE3B-408C-BD25-6D839E6EBE68}"/>
              </a:ext>
            </a:extLst>
          </p:cNvPr>
          <p:cNvSpPr>
            <a:spLocks xmlns:a="http://schemas.openxmlformats.org/drawingml/2006/main" noGrp="1"/>
          </p:cNvSpPr>
          <p:nvPr/>
        </p:nvSpPr>
        <p:spPr>
          <a:xfrm xmlns:a="http://schemas.openxmlformats.org/drawingml/2006/main">
            <a:off x="6402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4" name="participant-name">
            <a:extLst xmlns:a="http://schemas.openxmlformats.org/drawingml/2006/main">
              <a:ext uri="{FF2B5EF4-FFF2-40B4-BE49-F238E27FC236}">
                <a16:creationId xmlns:a16="http://schemas.microsoft.com/office/drawing/2014/main" id="{1A3CBB8A-8BA1-40B4-A893-8913C59D4BEE}"/>
              </a:ext>
            </a:extLst>
          </p:cNvPr>
          <p:cNvSpPr>
            <a:spLocks xmlns:a="http://schemas.openxmlformats.org/drawingml/2006/main" noGrp="1"/>
          </p:cNvSpPr>
          <p:nvPr/>
        </p:nvSpPr>
        <p:spPr>
          <a:xfrm xmlns:a="http://schemas.openxmlformats.org/drawingml/2006/main">
            <a:off x="6454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GCS adapter</a:t>
            </a:r>
          </a:p>
        </p:txBody>
      </p:sp>
      <p:sp>
        <p:nvSpPr>
          <p:cNvPr id="15" name="lifeline">
            <a:extLst xmlns:a="http://schemas.openxmlformats.org/drawingml/2006/main">
              <a:ext uri="{FF2B5EF4-FFF2-40B4-BE49-F238E27FC236}">
                <a16:creationId xmlns:a16="http://schemas.microsoft.com/office/drawing/2014/main" id="{24DE93B3-1CD7-434B-AAEC-59893CE93C86}"/>
              </a:ext>
            </a:extLst>
          </p:cNvPr>
          <p:cNvSpPr>
            <a:spLocks xmlns:a="http://schemas.openxmlformats.org/drawingml/2006/main" noGrp="1"/>
          </p:cNvSpPr>
          <p:nvPr/>
        </p:nvSpPr>
        <p:spPr>
          <a:xfrm xmlns:a="http://schemas.openxmlformats.org/drawingml/2006/main">
            <a:off x="7397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6" name="participant">
            <a:extLst xmlns:a="http://schemas.openxmlformats.org/drawingml/2006/main">
              <a:ext uri="{FF2B5EF4-FFF2-40B4-BE49-F238E27FC236}">
                <a16:creationId xmlns:a16="http://schemas.microsoft.com/office/drawing/2014/main" id="{982ABEF3-471E-4EA3-8FD0-FB6E0C37FA5E}"/>
              </a:ext>
            </a:extLst>
          </p:cNvPr>
          <p:cNvSpPr>
            <a:spLocks xmlns:a="http://schemas.openxmlformats.org/drawingml/2006/main" noGrp="1"/>
          </p:cNvSpPr>
          <p:nvPr/>
        </p:nvSpPr>
        <p:spPr>
          <a:xfrm xmlns:a="http://schemas.openxmlformats.org/drawingml/2006/main">
            <a:off x="9196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7" name="participant-name">
            <a:extLst xmlns:a="http://schemas.openxmlformats.org/drawingml/2006/main">
              <a:ext uri="{FF2B5EF4-FFF2-40B4-BE49-F238E27FC236}">
                <a16:creationId xmlns:a16="http://schemas.microsoft.com/office/drawing/2014/main" id="{FEFDEA8C-C8A1-41D6-89BD-D14806691381}"/>
              </a:ext>
            </a:extLst>
          </p:cNvPr>
          <p:cNvSpPr>
            <a:spLocks xmlns:a="http://schemas.openxmlformats.org/drawingml/2006/main" noGrp="1"/>
          </p:cNvSpPr>
          <p:nvPr/>
        </p:nvSpPr>
        <p:spPr>
          <a:xfrm xmlns:a="http://schemas.openxmlformats.org/drawingml/2006/main">
            <a:off x="9248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Browser</a:t>
            </a:r>
          </a:p>
        </p:txBody>
      </p:sp>
      <p:sp>
        <p:nvSpPr>
          <p:cNvPr id="18" name="lifeline">
            <a:extLst xmlns:a="http://schemas.openxmlformats.org/drawingml/2006/main">
              <a:ext uri="{FF2B5EF4-FFF2-40B4-BE49-F238E27FC236}">
                <a16:creationId xmlns:a16="http://schemas.microsoft.com/office/drawing/2014/main" id="{F2A0F54C-C5DE-4560-B7D1-B21A8CC6EC6F}"/>
              </a:ext>
            </a:extLst>
          </p:cNvPr>
          <p:cNvSpPr>
            <a:spLocks xmlns:a="http://schemas.openxmlformats.org/drawingml/2006/main" noGrp="1"/>
          </p:cNvSpPr>
          <p:nvPr/>
        </p:nvSpPr>
        <p:spPr>
          <a:xfrm xmlns:a="http://schemas.openxmlformats.org/drawingml/2006/main">
            <a:off x="10191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9" name="relationship">
            <a:extLst xmlns:a="http://schemas.openxmlformats.org/drawingml/2006/main">
              <a:ext uri="{FF2B5EF4-FFF2-40B4-BE49-F238E27FC236}">
                <a16:creationId xmlns:a16="http://schemas.microsoft.com/office/drawing/2014/main" id="{FAB701FF-8F1D-48CF-A17E-85E7A7841E13}"/>
              </a:ext>
            </a:extLst>
          </p:cNvPr>
          <p:cNvSpPr>
            <a:spLocks xmlns:a="http://schemas.openxmlformats.org/drawingml/2006/main" noGrp="1"/>
          </p:cNvSpPr>
          <p:nvPr/>
        </p:nvSpPr>
        <p:spPr>
          <a:xfrm xmlns:a="http://schemas.openxmlformats.org/drawingml/2006/main">
            <a:off x="1809750" y="2668905"/>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25915887-7983-48F7-9F12-E9171113CEA1}"/>
              </a:ext>
            </a:extLst>
          </p:cNvPr>
          <p:cNvSpPr>
            <a:spLocks xmlns:a="http://schemas.openxmlformats.org/drawingml/2006/main" noGrp="1"/>
          </p:cNvSpPr>
          <p:nvPr/>
        </p:nvSpPr>
        <p:spPr>
          <a:xfrm xmlns:a="http://schemas.openxmlformats.org/drawingml/2006/main">
            <a:off x="4517982" y="266890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50BE6DB6-636A-4BA5-8B23-26010540F65A}"/>
              </a:ext>
            </a:extLst>
          </p:cNvPr>
          <p:cNvSpPr>
            <a:spLocks xmlns:a="http://schemas.openxmlformats.org/drawingml/2006/main" noGrp="1"/>
          </p:cNvSpPr>
          <p:nvPr/>
        </p:nvSpPr>
        <p:spPr>
          <a:xfrm xmlns:a="http://schemas.openxmlformats.org/drawingml/2006/main">
            <a:off x="4517982" y="26274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E5077AEF-64D5-4DEA-87FB-525015D64CE3}"/>
              </a:ext>
            </a:extLst>
          </p:cNvPr>
          <p:cNvSpPr>
            <a:spLocks xmlns:a="http://schemas.openxmlformats.org/drawingml/2006/main" noGrp="1"/>
          </p:cNvSpPr>
          <p:nvPr/>
        </p:nvSpPr>
        <p:spPr>
          <a:xfrm xmlns:a="http://schemas.openxmlformats.org/drawingml/2006/main">
            <a:off x="1768475" y="2383155"/>
            <a:ext cx="2876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1. FC emits MAVLink messages</a:t>
            </a:r>
          </a:p>
        </p:txBody>
      </p:sp>
      <p:sp>
        <p:nvSpPr>
          <p:cNvPr id="23" name="relationship">
            <a:extLst xmlns:a="http://schemas.openxmlformats.org/drawingml/2006/main">
              <a:ext uri="{FF2B5EF4-FFF2-40B4-BE49-F238E27FC236}">
                <a16:creationId xmlns:a16="http://schemas.microsoft.com/office/drawing/2014/main" id="{5D6103F9-7E17-471F-979D-2945C8529720}"/>
              </a:ext>
            </a:extLst>
          </p:cNvPr>
          <p:cNvSpPr>
            <a:spLocks xmlns:a="http://schemas.openxmlformats.org/drawingml/2006/main" noGrp="1"/>
          </p:cNvSpPr>
          <p:nvPr/>
        </p:nvSpPr>
        <p:spPr>
          <a:xfrm xmlns:a="http://schemas.openxmlformats.org/drawingml/2006/main">
            <a:off x="4603750" y="3275076"/>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C05BE0D8-15BB-4552-8AC4-40E1D1C68F8E}"/>
              </a:ext>
            </a:extLst>
          </p:cNvPr>
          <p:cNvSpPr>
            <a:spLocks xmlns:a="http://schemas.openxmlformats.org/drawingml/2006/main" noGrp="1"/>
          </p:cNvSpPr>
          <p:nvPr/>
        </p:nvSpPr>
        <p:spPr>
          <a:xfrm xmlns:a="http://schemas.openxmlformats.org/drawingml/2006/main">
            <a:off x="7311982" y="3275076"/>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5" name="arrow-head">
            <a:extLst xmlns:a="http://schemas.openxmlformats.org/drawingml/2006/main">
              <a:ext uri="{FF2B5EF4-FFF2-40B4-BE49-F238E27FC236}">
                <a16:creationId xmlns:a16="http://schemas.microsoft.com/office/drawing/2014/main" id="{87E3707E-AD48-47DC-B422-6A7CFE462590}"/>
              </a:ext>
            </a:extLst>
          </p:cNvPr>
          <p:cNvSpPr>
            <a:spLocks xmlns:a="http://schemas.openxmlformats.org/drawingml/2006/main" noGrp="1"/>
          </p:cNvSpPr>
          <p:nvPr/>
        </p:nvSpPr>
        <p:spPr>
          <a:xfrm xmlns:a="http://schemas.openxmlformats.org/drawingml/2006/main">
            <a:off x="7311982" y="3233646"/>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6" name="relationship-label">
            <a:extLst xmlns:a="http://schemas.openxmlformats.org/drawingml/2006/main">
              <a:ext uri="{FF2B5EF4-FFF2-40B4-BE49-F238E27FC236}">
                <a16:creationId xmlns:a16="http://schemas.microsoft.com/office/drawing/2014/main" id="{647E5D13-E1DF-4878-86E7-C2A0DFE0C914}"/>
              </a:ext>
            </a:extLst>
          </p:cNvPr>
          <p:cNvSpPr>
            <a:spLocks xmlns:a="http://schemas.openxmlformats.org/drawingml/2006/main" noGrp="1"/>
          </p:cNvSpPr>
          <p:nvPr/>
        </p:nvSpPr>
        <p:spPr>
          <a:xfrm xmlns:a="http://schemas.openxmlformats.org/drawingml/2006/main">
            <a:off x="4133850" y="2989326"/>
            <a:ext cx="37338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2. Bridge delivers UDP / serial bytes</a:t>
            </a:r>
          </a:p>
        </p:txBody>
      </p:sp>
      <p:sp>
        <p:nvSpPr>
          <p:cNvPr id="27" name="self-call">
            <a:extLst xmlns:a="http://schemas.openxmlformats.org/drawingml/2006/main">
              <a:ext uri="{FF2B5EF4-FFF2-40B4-BE49-F238E27FC236}">
                <a16:creationId xmlns:a16="http://schemas.microsoft.com/office/drawing/2014/main" id="{4B0EBB7E-6E89-4E21-A8D7-83902BDDBA2A}"/>
              </a:ext>
            </a:extLst>
          </p:cNvPr>
          <p:cNvSpPr>
            <a:spLocks xmlns:a="http://schemas.openxmlformats.org/drawingml/2006/main" noGrp="1"/>
          </p:cNvSpPr>
          <p:nvPr/>
        </p:nvSpPr>
        <p:spPr>
          <a:xfrm xmlns:a="http://schemas.openxmlformats.org/drawingml/2006/main">
            <a:off x="7397750" y="3758375"/>
            <a:ext cx="471488" cy="9525"/>
          </a:xfrm>
          <a:custGeom xmlns:a="http://schemas.openxmlformats.org/drawingml/2006/main">
            <a:pathLst>
              <a:path w="471488" h="9525">
                <a:moveTo>
                  <a:pt x="0" y="0"/>
                </a:moveTo>
                <a:lnTo>
                  <a:pt x="471488" y="0"/>
                </a:lnTo>
              </a:path>
            </a:pathLst>
          </a:custGeom>
          <a:noFill xmlns:a="http://schemas.openxmlformats.org/drawingml/2006/main"/>
          <a:ln xmlns:a="http://schemas.openxmlformats.org/drawingml/2006/main" w="19050">
            <a:solidFill>
              <a:srgbClr val="087E8B"/>
            </a:solidFill>
            <a:prstDash val="solid"/>
          </a:ln>
        </p:spPr>
      </p:sp>
      <p:sp>
        <p:nvSpPr>
          <p:cNvPr id="28" name="self-call">
            <a:extLst xmlns:a="http://schemas.openxmlformats.org/drawingml/2006/main">
              <a:ext uri="{FF2B5EF4-FFF2-40B4-BE49-F238E27FC236}">
                <a16:creationId xmlns:a16="http://schemas.microsoft.com/office/drawing/2014/main" id="{13876DB8-3D2F-4ED6-A586-3B77A7F167AF}"/>
              </a:ext>
            </a:extLst>
          </p:cNvPr>
          <p:cNvSpPr>
            <a:spLocks xmlns:a="http://schemas.openxmlformats.org/drawingml/2006/main" noGrp="1"/>
          </p:cNvSpPr>
          <p:nvPr/>
        </p:nvSpPr>
        <p:spPr>
          <a:xfrm xmlns:a="http://schemas.openxmlformats.org/drawingml/2006/main">
            <a:off x="7869238" y="3758375"/>
            <a:ext cx="9525" cy="180213"/>
          </a:xfrm>
          <a:custGeom xmlns:a="http://schemas.openxmlformats.org/drawingml/2006/main">
            <a:pathLst>
              <a:path w="9525" h="180213">
                <a:moveTo>
                  <a:pt x="0" y="0"/>
                </a:moveTo>
                <a:lnTo>
                  <a:pt x="0" y="180213"/>
                </a:lnTo>
              </a:path>
            </a:pathLst>
          </a:custGeom>
          <a:noFill xmlns:a="http://schemas.openxmlformats.org/drawingml/2006/main"/>
          <a:ln xmlns:a="http://schemas.openxmlformats.org/drawingml/2006/main" w="19050">
            <a:solidFill>
              <a:srgbClr val="087E8B"/>
            </a:solidFill>
            <a:prstDash val="solid"/>
          </a:ln>
        </p:spPr>
      </p:sp>
      <p:sp>
        <p:nvSpPr>
          <p:cNvPr id="29" name="relationship">
            <a:extLst xmlns:a="http://schemas.openxmlformats.org/drawingml/2006/main">
              <a:ext uri="{FF2B5EF4-FFF2-40B4-BE49-F238E27FC236}">
                <a16:creationId xmlns:a16="http://schemas.microsoft.com/office/drawing/2014/main" id="{27B5D788-7AD1-4087-92C2-54722530A4F4}"/>
              </a:ext>
            </a:extLst>
          </p:cNvPr>
          <p:cNvSpPr>
            <a:spLocks xmlns:a="http://schemas.openxmlformats.org/drawingml/2006/main" noGrp="1"/>
          </p:cNvSpPr>
          <p:nvPr/>
        </p:nvSpPr>
        <p:spPr>
          <a:xfrm xmlns:a="http://schemas.openxmlformats.org/drawingml/2006/main">
            <a:off x="7397750" y="3938588"/>
            <a:ext cx="471488" cy="9525"/>
          </a:xfrm>
          <a:custGeom xmlns:a="http://schemas.openxmlformats.org/drawingml/2006/main">
            <a:pathLst>
              <a:path w="471488" h="9525">
                <a:moveTo>
                  <a:pt x="471488" y="0"/>
                </a:moveTo>
                <a:lnTo>
                  <a:pt x="0" y="0"/>
                </a:lnTo>
              </a:path>
            </a:pathLst>
          </a:custGeom>
          <a:noFill xmlns:a="http://schemas.openxmlformats.org/drawingml/2006/main"/>
          <a:ln xmlns:a="http://schemas.openxmlformats.org/drawingml/2006/main" w="19050">
            <a:solidFill>
              <a:srgbClr val="087E8B"/>
            </a:solidFill>
            <a:prstDash val="solid"/>
          </a:ln>
        </p:spPr>
      </p:sp>
      <p:sp>
        <p:nvSpPr>
          <p:cNvPr id="30" name="arrow-head">
            <a:extLst xmlns:a="http://schemas.openxmlformats.org/drawingml/2006/main">
              <a:ext uri="{FF2B5EF4-FFF2-40B4-BE49-F238E27FC236}">
                <a16:creationId xmlns:a16="http://schemas.microsoft.com/office/drawing/2014/main" id="{A33ADC74-0A5A-4B2D-B090-142C2A659243}"/>
              </a:ext>
            </a:extLst>
          </p:cNvPr>
          <p:cNvSpPr>
            <a:spLocks xmlns:a="http://schemas.openxmlformats.org/drawingml/2006/main" noGrp="1"/>
          </p:cNvSpPr>
          <p:nvPr/>
        </p:nvSpPr>
        <p:spPr>
          <a:xfrm xmlns:a="http://schemas.openxmlformats.org/drawingml/2006/main">
            <a:off x="7397750" y="3897157"/>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31" name="arrow-head">
            <a:extLst xmlns:a="http://schemas.openxmlformats.org/drawingml/2006/main">
              <a:ext uri="{FF2B5EF4-FFF2-40B4-BE49-F238E27FC236}">
                <a16:creationId xmlns:a16="http://schemas.microsoft.com/office/drawing/2014/main" id="{18FBC2BB-B452-414D-845A-5FCAC9E1CF07}"/>
              </a:ext>
            </a:extLst>
          </p:cNvPr>
          <p:cNvSpPr>
            <a:spLocks xmlns:a="http://schemas.openxmlformats.org/drawingml/2006/main" noGrp="1"/>
          </p:cNvSpPr>
          <p:nvPr/>
        </p:nvSpPr>
        <p:spPr>
          <a:xfrm xmlns:a="http://schemas.openxmlformats.org/drawingml/2006/main">
            <a:off x="7397750" y="3938588"/>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32" name="self-call-label">
            <a:extLst xmlns:a="http://schemas.openxmlformats.org/drawingml/2006/main">
              <a:ext uri="{FF2B5EF4-FFF2-40B4-BE49-F238E27FC236}">
                <a16:creationId xmlns:a16="http://schemas.microsoft.com/office/drawing/2014/main" id="{869026FB-F568-4048-80BB-A289E7946BAF}"/>
              </a:ext>
            </a:extLst>
          </p:cNvPr>
          <p:cNvSpPr>
            <a:spLocks xmlns:a="http://schemas.openxmlformats.org/drawingml/2006/main" noGrp="1"/>
          </p:cNvSpPr>
          <p:nvPr/>
        </p:nvSpPr>
        <p:spPr>
          <a:xfrm xmlns:a="http://schemas.openxmlformats.org/drawingml/2006/main">
            <a:off x="7481570" y="3491675"/>
            <a:ext cx="36004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4C6073"/>
                </a:solidFill>
                <a:latin typeface="Arial"/>
                <a:ea typeface="Arial"/>
                <a:cs typeface="Arial"/>
              </a:defRPr>
            </a:defPPr>
            <a:lvl1pPr algn="l">
              <a:defRPr sz="1275" b="0">
                <a:solidFill>
                  <a:srgbClr val="4C6073"/>
                </a:solidFill>
                <a:latin typeface="Arial"/>
                <a:ea typeface="Arial"/>
                <a:cs typeface="Arial"/>
              </a:defRPr>
            </a:lvl1pPr>
            <a:lvl2pPr algn="l">
              <a:defRPr sz="1275" b="0">
                <a:solidFill>
                  <a:srgbClr val="4C6073"/>
                </a:solidFill>
                <a:latin typeface="Arial"/>
                <a:ea typeface="Arial"/>
                <a:cs typeface="Arial"/>
              </a:defRPr>
            </a:lvl2pPr>
            <a:lvl3pPr algn="l">
              <a:defRPr sz="1275" b="0">
                <a:solidFill>
                  <a:srgbClr val="4C6073"/>
                </a:solidFill>
                <a:latin typeface="Arial"/>
                <a:ea typeface="Arial"/>
                <a:cs typeface="Arial"/>
              </a:defRPr>
            </a:lvl3pPr>
            <a:lvl4pPr algn="l">
              <a:defRPr sz="1275" b="0">
                <a:solidFill>
                  <a:srgbClr val="4C6073"/>
                </a:solidFill>
                <a:latin typeface="Arial"/>
                <a:ea typeface="Arial"/>
                <a:cs typeface="Arial"/>
              </a:defRPr>
            </a:lvl4pPr>
            <a:lvl5pPr algn="l">
              <a:defRPr sz="1275" b="0">
                <a:solidFill>
                  <a:srgbClr val="4C6073"/>
                </a:solidFill>
                <a:latin typeface="Arial"/>
                <a:ea typeface="Arial"/>
                <a:cs typeface="Arial"/>
              </a:defRPr>
            </a:lvl5pPr>
            <a:lvl6pPr algn="l">
              <a:defRPr sz="1275" b="0">
                <a:solidFill>
                  <a:srgbClr val="4C6073"/>
                </a:solidFill>
                <a:latin typeface="Arial"/>
                <a:ea typeface="Arial"/>
                <a:cs typeface="Arial"/>
              </a:defRPr>
            </a:lvl6pPr>
            <a:lvl7pPr algn="l">
              <a:defRPr sz="1275" b="0">
                <a:solidFill>
                  <a:srgbClr val="4C6073"/>
                </a:solidFill>
                <a:latin typeface="Arial"/>
                <a:ea typeface="Arial"/>
                <a:cs typeface="Arial"/>
              </a:defRPr>
            </a:lvl7pPr>
            <a:lvl8pPr algn="l">
              <a:defRPr sz="1275" b="0">
                <a:solidFill>
                  <a:srgbClr val="4C6073"/>
                </a:solidFill>
                <a:latin typeface="Arial"/>
                <a:ea typeface="Arial"/>
                <a:cs typeface="Arial"/>
              </a:defRPr>
            </a:lvl8pPr>
            <a:lvl9pPr algn="l">
              <a:defRPr sz="1275" b="0">
                <a:solidFill>
                  <a:srgbClr val="4C6073"/>
                </a:solidFill>
                <a:latin typeface="Arial"/>
                <a:ea typeface="Arial"/>
                <a:cs typeface="Arial"/>
              </a:defRPr>
            </a:lvl9pPr>
          </a:lstStyle>
          <a:p xmlns:a="http://schemas.openxmlformats.org/drawingml/2006/main">
            <a:pPr algn="l">
              <a:defRPr sz="1275" b="0">
                <a:solidFill>
                  <a:srgbClr val="4C6073"/>
                </a:solidFill>
                <a:latin typeface="Arial"/>
                <a:ea typeface="Arial"/>
                <a:cs typeface="Arial"/>
              </a:defRPr>
            </a:pPr>
            <a:r>
              <a:rPr sz="1275" b="0">
                <a:solidFill>
                  <a:srgbClr val="4C6073"/>
                </a:solidFill>
                <a:latin typeface="Arial"/>
                <a:ea typeface="Arial"/>
                <a:cs typeface="Arial"/>
              </a:rPr>
              <a:t>Filter system/component + timestamp</a:t>
            </a:r>
          </a:p>
        </p:txBody>
      </p:sp>
      <p:sp>
        <p:nvSpPr>
          <p:cNvPr id="33" name="relationship">
            <a:extLst xmlns:a="http://schemas.openxmlformats.org/drawingml/2006/main">
              <a:ext uri="{FF2B5EF4-FFF2-40B4-BE49-F238E27FC236}">
                <a16:creationId xmlns:a16="http://schemas.microsoft.com/office/drawing/2014/main" id="{85B48B28-3AA1-433B-8981-33B1D3C0719C}"/>
              </a:ext>
            </a:extLst>
          </p:cNvPr>
          <p:cNvSpPr>
            <a:spLocks xmlns:a="http://schemas.openxmlformats.org/drawingml/2006/main" noGrp="1"/>
          </p:cNvSpPr>
          <p:nvPr/>
        </p:nvSpPr>
        <p:spPr>
          <a:xfrm xmlns:a="http://schemas.openxmlformats.org/drawingml/2006/main">
            <a:off x="7397750" y="4487418"/>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34" name="arrow-head">
            <a:extLst xmlns:a="http://schemas.openxmlformats.org/drawingml/2006/main">
              <a:ext uri="{FF2B5EF4-FFF2-40B4-BE49-F238E27FC236}">
                <a16:creationId xmlns:a16="http://schemas.microsoft.com/office/drawing/2014/main" id="{CB4A21F4-3BE9-422F-9A2F-15FF8ADD93C2}"/>
              </a:ext>
            </a:extLst>
          </p:cNvPr>
          <p:cNvSpPr>
            <a:spLocks xmlns:a="http://schemas.openxmlformats.org/drawingml/2006/main" noGrp="1"/>
          </p:cNvSpPr>
          <p:nvPr/>
        </p:nvSpPr>
        <p:spPr>
          <a:xfrm xmlns:a="http://schemas.openxmlformats.org/drawingml/2006/main">
            <a:off x="10105982" y="4487418"/>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35" name="arrow-head">
            <a:extLst xmlns:a="http://schemas.openxmlformats.org/drawingml/2006/main">
              <a:ext uri="{FF2B5EF4-FFF2-40B4-BE49-F238E27FC236}">
                <a16:creationId xmlns:a16="http://schemas.microsoft.com/office/drawing/2014/main" id="{1D9573B9-C39E-4A4A-BA1D-C09AE4BBEC83}"/>
              </a:ext>
            </a:extLst>
          </p:cNvPr>
          <p:cNvSpPr>
            <a:spLocks xmlns:a="http://schemas.openxmlformats.org/drawingml/2006/main" noGrp="1"/>
          </p:cNvSpPr>
          <p:nvPr/>
        </p:nvSpPr>
        <p:spPr>
          <a:xfrm xmlns:a="http://schemas.openxmlformats.org/drawingml/2006/main">
            <a:off x="10105982" y="4445988"/>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36" name="relationship-label">
            <a:extLst xmlns:a="http://schemas.openxmlformats.org/drawingml/2006/main">
              <a:ext uri="{FF2B5EF4-FFF2-40B4-BE49-F238E27FC236}">
                <a16:creationId xmlns:a16="http://schemas.microsoft.com/office/drawing/2014/main" id="{E9414B92-85CC-438B-AFF2-01077816F20E}"/>
              </a:ext>
            </a:extLst>
          </p:cNvPr>
          <p:cNvSpPr>
            <a:spLocks xmlns:a="http://schemas.openxmlformats.org/drawingml/2006/main" noGrp="1"/>
          </p:cNvSpPr>
          <p:nvPr/>
        </p:nvSpPr>
        <p:spPr>
          <a:xfrm xmlns:a="http://schemas.openxmlformats.org/drawingml/2006/main">
            <a:off x="7642225" y="4201668"/>
            <a:ext cx="2305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4. SSE status snapshot</a:t>
            </a:r>
          </a:p>
        </p:txBody>
      </p:sp>
      <p:sp>
        <p:nvSpPr>
          <p:cNvPr id="37" name="self-call">
            <a:extLst xmlns:a="http://schemas.openxmlformats.org/drawingml/2006/main">
              <a:ext uri="{FF2B5EF4-FFF2-40B4-BE49-F238E27FC236}">
                <a16:creationId xmlns:a16="http://schemas.microsoft.com/office/drawing/2014/main" id="{11357825-CFFB-4F65-8149-BBF124882B3A}"/>
              </a:ext>
            </a:extLst>
          </p:cNvPr>
          <p:cNvSpPr>
            <a:spLocks xmlns:a="http://schemas.openxmlformats.org/drawingml/2006/main" noGrp="1"/>
          </p:cNvSpPr>
          <p:nvPr/>
        </p:nvSpPr>
        <p:spPr>
          <a:xfrm xmlns:a="http://schemas.openxmlformats.org/drawingml/2006/main">
            <a:off x="10191750" y="4970717"/>
            <a:ext cx="471488" cy="9525"/>
          </a:xfrm>
          <a:custGeom xmlns:a="http://schemas.openxmlformats.org/drawingml/2006/main">
            <a:pathLst>
              <a:path w="471488" h="9525">
                <a:moveTo>
                  <a:pt x="0" y="0"/>
                </a:moveTo>
                <a:lnTo>
                  <a:pt x="471488" y="0"/>
                </a:lnTo>
              </a:path>
            </a:pathLst>
          </a:custGeom>
          <a:noFill xmlns:a="http://schemas.openxmlformats.org/drawingml/2006/main"/>
          <a:ln xmlns:a="http://schemas.openxmlformats.org/drawingml/2006/main" w="19050">
            <a:solidFill>
              <a:srgbClr val="087E8B"/>
            </a:solidFill>
            <a:prstDash val="solid"/>
          </a:ln>
        </p:spPr>
      </p:sp>
      <p:sp>
        <p:nvSpPr>
          <p:cNvPr id="38" name="self-call">
            <a:extLst xmlns:a="http://schemas.openxmlformats.org/drawingml/2006/main">
              <a:ext uri="{FF2B5EF4-FFF2-40B4-BE49-F238E27FC236}">
                <a16:creationId xmlns:a16="http://schemas.microsoft.com/office/drawing/2014/main" id="{49DD4DED-8840-4E08-9EAC-4978CFE149BB}"/>
              </a:ext>
            </a:extLst>
          </p:cNvPr>
          <p:cNvSpPr>
            <a:spLocks xmlns:a="http://schemas.openxmlformats.org/drawingml/2006/main" noGrp="1"/>
          </p:cNvSpPr>
          <p:nvPr/>
        </p:nvSpPr>
        <p:spPr>
          <a:xfrm xmlns:a="http://schemas.openxmlformats.org/drawingml/2006/main">
            <a:off x="10663238" y="4970717"/>
            <a:ext cx="9525" cy="180213"/>
          </a:xfrm>
          <a:custGeom xmlns:a="http://schemas.openxmlformats.org/drawingml/2006/main">
            <a:pathLst>
              <a:path w="9525" h="180213">
                <a:moveTo>
                  <a:pt x="0" y="0"/>
                </a:moveTo>
                <a:lnTo>
                  <a:pt x="0" y="180213"/>
                </a:lnTo>
              </a:path>
            </a:pathLst>
          </a:custGeom>
          <a:noFill xmlns:a="http://schemas.openxmlformats.org/drawingml/2006/main"/>
          <a:ln xmlns:a="http://schemas.openxmlformats.org/drawingml/2006/main" w="19050">
            <a:solidFill>
              <a:srgbClr val="087E8B"/>
            </a:solidFill>
            <a:prstDash val="solid"/>
          </a:ln>
        </p:spPr>
      </p:sp>
      <p:sp>
        <p:nvSpPr>
          <p:cNvPr id="39" name="relationship">
            <a:extLst xmlns:a="http://schemas.openxmlformats.org/drawingml/2006/main">
              <a:ext uri="{FF2B5EF4-FFF2-40B4-BE49-F238E27FC236}">
                <a16:creationId xmlns:a16="http://schemas.microsoft.com/office/drawing/2014/main" id="{4B6D3557-41D3-4303-B2B4-8A0D1B6D9A80}"/>
              </a:ext>
            </a:extLst>
          </p:cNvPr>
          <p:cNvSpPr>
            <a:spLocks xmlns:a="http://schemas.openxmlformats.org/drawingml/2006/main" noGrp="1"/>
          </p:cNvSpPr>
          <p:nvPr/>
        </p:nvSpPr>
        <p:spPr>
          <a:xfrm xmlns:a="http://schemas.openxmlformats.org/drawingml/2006/main">
            <a:off x="10191750" y="5150930"/>
            <a:ext cx="471488" cy="9525"/>
          </a:xfrm>
          <a:custGeom xmlns:a="http://schemas.openxmlformats.org/drawingml/2006/main">
            <a:pathLst>
              <a:path w="471488" h="9525">
                <a:moveTo>
                  <a:pt x="471488" y="0"/>
                </a:moveTo>
                <a:lnTo>
                  <a:pt x="0" y="0"/>
                </a:lnTo>
              </a:path>
            </a:pathLst>
          </a:custGeom>
          <a:noFill xmlns:a="http://schemas.openxmlformats.org/drawingml/2006/main"/>
          <a:ln xmlns:a="http://schemas.openxmlformats.org/drawingml/2006/main" w="19050">
            <a:solidFill>
              <a:srgbClr val="087E8B"/>
            </a:solidFill>
            <a:prstDash val="solid"/>
          </a:ln>
        </p:spPr>
      </p:sp>
      <p:sp>
        <p:nvSpPr>
          <p:cNvPr id="40" name="arrow-head">
            <a:extLst xmlns:a="http://schemas.openxmlformats.org/drawingml/2006/main">
              <a:ext uri="{FF2B5EF4-FFF2-40B4-BE49-F238E27FC236}">
                <a16:creationId xmlns:a16="http://schemas.microsoft.com/office/drawing/2014/main" id="{13250C8C-FBAF-4449-8808-AFB10C8E5F54}"/>
              </a:ext>
            </a:extLst>
          </p:cNvPr>
          <p:cNvSpPr>
            <a:spLocks xmlns:a="http://schemas.openxmlformats.org/drawingml/2006/main" noGrp="1"/>
          </p:cNvSpPr>
          <p:nvPr/>
        </p:nvSpPr>
        <p:spPr>
          <a:xfrm xmlns:a="http://schemas.openxmlformats.org/drawingml/2006/main">
            <a:off x="10191750" y="5109499"/>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41" name="arrow-head">
            <a:extLst xmlns:a="http://schemas.openxmlformats.org/drawingml/2006/main">
              <a:ext uri="{FF2B5EF4-FFF2-40B4-BE49-F238E27FC236}">
                <a16:creationId xmlns:a16="http://schemas.microsoft.com/office/drawing/2014/main" id="{685B2DA6-6408-4D29-8282-34222B5539F8}"/>
              </a:ext>
            </a:extLst>
          </p:cNvPr>
          <p:cNvSpPr>
            <a:spLocks xmlns:a="http://schemas.openxmlformats.org/drawingml/2006/main" noGrp="1"/>
          </p:cNvSpPr>
          <p:nvPr/>
        </p:nvSpPr>
        <p:spPr>
          <a:xfrm xmlns:a="http://schemas.openxmlformats.org/drawingml/2006/main">
            <a:off x="10191750" y="515093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42" name="self-call-label">
            <a:extLst xmlns:a="http://schemas.openxmlformats.org/drawingml/2006/main">
              <a:ext uri="{FF2B5EF4-FFF2-40B4-BE49-F238E27FC236}">
                <a16:creationId xmlns:a16="http://schemas.microsoft.com/office/drawing/2014/main" id="{4BDABA25-A327-4E7D-A1A6-18D792E9456C}"/>
              </a:ext>
            </a:extLst>
          </p:cNvPr>
          <p:cNvSpPr>
            <a:spLocks xmlns:a="http://schemas.openxmlformats.org/drawingml/2006/main" noGrp="1"/>
          </p:cNvSpPr>
          <p:nvPr/>
        </p:nvSpPr>
        <p:spPr>
          <a:xfrm xmlns:a="http://schemas.openxmlformats.org/drawingml/2006/main">
            <a:off x="8115300" y="4704017"/>
            <a:ext cx="33147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4C6073"/>
                </a:solidFill>
                <a:latin typeface="Arial"/>
                <a:ea typeface="Arial"/>
                <a:cs typeface="Arial"/>
              </a:defRPr>
            </a:defPPr>
            <a:lvl1pPr algn="l">
              <a:defRPr sz="1275" b="0">
                <a:solidFill>
                  <a:srgbClr val="4C6073"/>
                </a:solidFill>
                <a:latin typeface="Arial"/>
                <a:ea typeface="Arial"/>
                <a:cs typeface="Arial"/>
              </a:defRPr>
            </a:lvl1pPr>
            <a:lvl2pPr algn="l">
              <a:defRPr sz="1275" b="0">
                <a:solidFill>
                  <a:srgbClr val="4C6073"/>
                </a:solidFill>
                <a:latin typeface="Arial"/>
                <a:ea typeface="Arial"/>
                <a:cs typeface="Arial"/>
              </a:defRPr>
            </a:lvl2pPr>
            <a:lvl3pPr algn="l">
              <a:defRPr sz="1275" b="0">
                <a:solidFill>
                  <a:srgbClr val="4C6073"/>
                </a:solidFill>
                <a:latin typeface="Arial"/>
                <a:ea typeface="Arial"/>
                <a:cs typeface="Arial"/>
              </a:defRPr>
            </a:lvl3pPr>
            <a:lvl4pPr algn="l">
              <a:defRPr sz="1275" b="0">
                <a:solidFill>
                  <a:srgbClr val="4C6073"/>
                </a:solidFill>
                <a:latin typeface="Arial"/>
                <a:ea typeface="Arial"/>
                <a:cs typeface="Arial"/>
              </a:defRPr>
            </a:lvl4pPr>
            <a:lvl5pPr algn="l">
              <a:defRPr sz="1275" b="0">
                <a:solidFill>
                  <a:srgbClr val="4C6073"/>
                </a:solidFill>
                <a:latin typeface="Arial"/>
                <a:ea typeface="Arial"/>
                <a:cs typeface="Arial"/>
              </a:defRPr>
            </a:lvl5pPr>
            <a:lvl6pPr algn="l">
              <a:defRPr sz="1275" b="0">
                <a:solidFill>
                  <a:srgbClr val="4C6073"/>
                </a:solidFill>
                <a:latin typeface="Arial"/>
                <a:ea typeface="Arial"/>
                <a:cs typeface="Arial"/>
              </a:defRPr>
            </a:lvl6pPr>
            <a:lvl7pPr algn="l">
              <a:defRPr sz="1275" b="0">
                <a:solidFill>
                  <a:srgbClr val="4C6073"/>
                </a:solidFill>
                <a:latin typeface="Arial"/>
                <a:ea typeface="Arial"/>
                <a:cs typeface="Arial"/>
              </a:defRPr>
            </a:lvl7pPr>
            <a:lvl8pPr algn="l">
              <a:defRPr sz="1275" b="0">
                <a:solidFill>
                  <a:srgbClr val="4C6073"/>
                </a:solidFill>
                <a:latin typeface="Arial"/>
                <a:ea typeface="Arial"/>
                <a:cs typeface="Arial"/>
              </a:defRPr>
            </a:lvl8pPr>
            <a:lvl9pPr algn="l">
              <a:defRPr sz="1275" b="0">
                <a:solidFill>
                  <a:srgbClr val="4C6073"/>
                </a:solidFill>
                <a:latin typeface="Arial"/>
                <a:ea typeface="Arial"/>
                <a:cs typeface="Arial"/>
              </a:defRPr>
            </a:lvl9pPr>
          </a:lstStyle>
          <a:p xmlns:a="http://schemas.openxmlformats.org/drawingml/2006/main">
            <a:pPr algn="l">
              <a:defRPr sz="1275" b="0">
                <a:solidFill>
                  <a:srgbClr val="4C6073"/>
                </a:solidFill>
                <a:latin typeface="Arial"/>
                <a:ea typeface="Arial"/>
                <a:cs typeface="Arial"/>
              </a:defRPr>
            </a:pPr>
            <a:r>
              <a:rPr sz="1275" b="0">
                <a:solidFill>
                  <a:srgbClr val="4C6073"/>
                </a:solidFill>
                <a:latin typeface="Arial"/>
                <a:ea typeface="Arial"/>
                <a:cs typeface="Arial"/>
              </a:rPr>
              <a:t>Render ages, instruments and map</a:t>
            </a:r>
          </a:p>
        </p:txBody>
      </p:sp>
      <p:sp>
        <p:nvSpPr>
          <p:cNvPr id="43" name="diagram-caption">
            <a:extLst xmlns:a="http://schemas.openxmlformats.org/drawingml/2006/main">
              <a:ext uri="{FF2B5EF4-FFF2-40B4-BE49-F238E27FC236}">
                <a16:creationId xmlns:a16="http://schemas.microsoft.com/office/drawing/2014/main" id="{44DF329F-CBD3-477E-9D67-32B6D696B674}"/>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Freshness is tracked per message family. A fresh heartbeat alone does not establish fresh GPS, battery or EKF data.</a:t>
            </a:r>
          </a:p>
        </p:txBody>
      </p:sp>
    </p:spTree>
    <p:extLst>
      <p:ext uri="{BB962C8B-B14F-4D97-AF65-F5344CB8AC3E}">
        <p14:creationId xmlns:p14="http://schemas.microsoft.com/office/powerpoint/2010/main" val="8250922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109C194C-A5C4-4631-A647-B08D4CBB9A65}"/>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17</a:t>
            </a:r>
          </a:p>
        </p:txBody>
      </p:sp>
      <p:sp>
        <p:nvSpPr>
          <p:cNvPr id="3" name="title">
            <a:extLst xmlns:a="http://schemas.openxmlformats.org/drawingml/2006/main">
              <a:ext uri="{FF2B5EF4-FFF2-40B4-BE49-F238E27FC236}">
                <a16:creationId xmlns:a16="http://schemas.microsoft.com/office/drawing/2014/main" id="{7910FE9F-4A7D-4341-95C3-1E7F1BCD5F7F}"/>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GUIDED movement and control authority</a:t>
            </a:r>
          </a:p>
        </p:txBody>
      </p:sp>
      <p:sp>
        <p:nvSpPr>
          <p:cNvPr id="4" name="summary">
            <a:extLst xmlns:a="http://schemas.openxmlformats.org/drawingml/2006/main">
              <a:ext uri="{FF2B5EF4-FFF2-40B4-BE49-F238E27FC236}">
                <a16:creationId xmlns:a16="http://schemas.microsoft.com/office/drawing/2014/main" id="{F4B7278A-F4DD-4EF5-9DE2-3DA8243ED9C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The laptop sends setpoints; the FC stabilizes flight</a:t>
            </a:r>
          </a:p>
        </p:txBody>
      </p:sp>
      <p:sp>
        <p:nvSpPr>
          <p:cNvPr id="5" name="footer">
            <a:extLst xmlns:a="http://schemas.openxmlformats.org/drawingml/2006/main">
              <a:ext uri="{FF2B5EF4-FFF2-40B4-BE49-F238E27FC236}">
                <a16:creationId xmlns:a16="http://schemas.microsoft.com/office/drawing/2014/main" id="{8ADCC7FC-9246-4E02-B453-2A8500FFCB07}"/>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5FC97165-A0EC-4888-A753-F30F8387EA6C}"/>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18 / 38</a:t>
            </a:r>
          </a:p>
        </p:txBody>
      </p:sp>
      <p:sp>
        <p:nvSpPr>
          <p:cNvPr id="7" name="point-index">
            <a:extLst xmlns:a="http://schemas.openxmlformats.org/drawingml/2006/main">
              <a:ext uri="{FF2B5EF4-FFF2-40B4-BE49-F238E27FC236}">
                <a16:creationId xmlns:a16="http://schemas.microsoft.com/office/drawing/2014/main" id="{3D488B9D-0FE3-4F68-800A-E1AEABD30022}"/>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D9B6752D-A084-43F5-92A1-455BE940EE93}"/>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Pilot selects GUIDED; the operator explicitly leases application control.</a:t>
            </a:r>
          </a:p>
        </p:txBody>
      </p:sp>
      <p:sp>
        <p:nvSpPr>
          <p:cNvPr id="9" name="point-index">
            <a:extLst xmlns:a="http://schemas.openxmlformats.org/drawingml/2006/main">
              <a:ext uri="{FF2B5EF4-FFF2-40B4-BE49-F238E27FC236}">
                <a16:creationId xmlns:a16="http://schemas.microsoft.com/office/drawing/2014/main" id="{63CC5354-6E54-4795-85B0-88FEF8574FC8}"/>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F458AF55-80F5-463C-82B0-C12A5D7F15FC}"/>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Fresh telemetry, GPS/EKF, battery, video and bounded limits gate movement.</a:t>
            </a:r>
          </a:p>
        </p:txBody>
      </p:sp>
      <p:sp>
        <p:nvSpPr>
          <p:cNvPr id="11" name="point-index">
            <a:extLst xmlns:a="http://schemas.openxmlformats.org/drawingml/2006/main">
              <a:ext uri="{FF2B5EF4-FFF2-40B4-BE49-F238E27FC236}">
                <a16:creationId xmlns:a16="http://schemas.microsoft.com/office/drawing/2014/main" id="{39E8C99B-306C-4EE7-9EF9-736308A1B878}"/>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5AF8C9E8-9813-4B9E-BA18-7521B7536188}"/>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Velocity-only BODY_NED setpoints use mask 0x0DC7; body Z is positive down.</a:t>
            </a:r>
          </a:p>
        </p:txBody>
      </p:sp>
      <p:sp>
        <p:nvSpPr>
          <p:cNvPr id="13" name="point-index">
            <a:extLst xmlns:a="http://schemas.openxmlformats.org/drawingml/2006/main">
              <a:ext uri="{FF2B5EF4-FFF2-40B4-BE49-F238E27FC236}">
                <a16:creationId xmlns:a16="http://schemas.microsoft.com/office/drawing/2014/main" id="{1077B891-8B1B-422C-9AEC-41244F69AF69}"/>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DF61B3A4-FA63-46E4-9D71-4B5E1010E1D1}"/>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current application does not autonomously arm, take off or land.</a:t>
            </a:r>
          </a:p>
        </p:txBody>
      </p:sp>
    </p:spTree>
    <p:extLst>
      <p:ext uri="{BB962C8B-B14F-4D97-AF65-F5344CB8AC3E}">
        <p14:creationId xmlns:p14="http://schemas.microsoft.com/office/powerpoint/2010/main" val="14659090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CF311B77-1776-4D89-99BD-FD02C0623FF1}"/>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18</a:t>
            </a:r>
          </a:p>
        </p:txBody>
      </p:sp>
      <p:sp>
        <p:nvSpPr>
          <p:cNvPr id="3" name="title">
            <a:extLst xmlns:a="http://schemas.openxmlformats.org/drawingml/2006/main">
              <a:ext uri="{FF2B5EF4-FFF2-40B4-BE49-F238E27FC236}">
                <a16:creationId xmlns:a16="http://schemas.microsoft.com/office/drawing/2014/main" id="{0DA52021-E0AF-43D1-8161-3C77EE2ABDDE}"/>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UML command sequence</a:t>
            </a:r>
          </a:p>
        </p:txBody>
      </p:sp>
      <p:sp>
        <p:nvSpPr>
          <p:cNvPr id="4" name="summary">
            <a:extLst xmlns:a="http://schemas.openxmlformats.org/drawingml/2006/main">
              <a:ext uri="{FF2B5EF4-FFF2-40B4-BE49-F238E27FC236}">
                <a16:creationId xmlns:a16="http://schemas.microsoft.com/office/drawing/2014/main" id="{D0B824CA-DD70-4643-AC23-F6981FD53DA9}"/>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Requests cross safety gates before reaching the radio</a:t>
            </a:r>
          </a:p>
        </p:txBody>
      </p:sp>
      <p:sp>
        <p:nvSpPr>
          <p:cNvPr id="5" name="footer">
            <a:extLst xmlns:a="http://schemas.openxmlformats.org/drawingml/2006/main">
              <a:ext uri="{FF2B5EF4-FFF2-40B4-BE49-F238E27FC236}">
                <a16:creationId xmlns:a16="http://schemas.microsoft.com/office/drawing/2014/main" id="{FF18A34E-B980-495C-B48A-9C9082862E92}"/>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B372E60E-B5E0-4A53-BDEE-4D83FDEA52C8}"/>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19 / 38</a:t>
            </a:r>
          </a:p>
        </p:txBody>
      </p:sp>
      <p:sp>
        <p:nvSpPr>
          <p:cNvPr id="7" name="participant">
            <a:extLst xmlns:a="http://schemas.openxmlformats.org/drawingml/2006/main">
              <a:ext uri="{FF2B5EF4-FFF2-40B4-BE49-F238E27FC236}">
                <a16:creationId xmlns:a16="http://schemas.microsoft.com/office/drawing/2014/main" id="{0F99F784-3EA7-4126-847E-7EEB02E7CFCD}"/>
              </a:ext>
            </a:extLst>
          </p:cNvPr>
          <p:cNvSpPr>
            <a:spLocks xmlns:a="http://schemas.openxmlformats.org/drawingml/2006/main" noGrp="1"/>
          </p:cNvSpPr>
          <p:nvPr/>
        </p:nvSpPr>
        <p:spPr>
          <a:xfrm xmlns:a="http://schemas.openxmlformats.org/drawingml/2006/main">
            <a:off x="814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8" name="participant-name">
            <a:extLst xmlns:a="http://schemas.openxmlformats.org/drawingml/2006/main">
              <a:ext uri="{FF2B5EF4-FFF2-40B4-BE49-F238E27FC236}">
                <a16:creationId xmlns:a16="http://schemas.microsoft.com/office/drawing/2014/main" id="{66F055A8-ACDD-449F-B00E-EDFBA334BAAF}"/>
              </a:ext>
            </a:extLst>
          </p:cNvPr>
          <p:cNvSpPr>
            <a:spLocks xmlns:a="http://schemas.openxmlformats.org/drawingml/2006/main" noGrp="1"/>
          </p:cNvSpPr>
          <p:nvPr/>
        </p:nvSpPr>
        <p:spPr>
          <a:xfrm xmlns:a="http://schemas.openxmlformats.org/drawingml/2006/main">
            <a:off x="866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Pilot / UI</a:t>
            </a:r>
          </a:p>
        </p:txBody>
      </p:sp>
      <p:sp>
        <p:nvSpPr>
          <p:cNvPr id="9" name="lifeline">
            <a:extLst xmlns:a="http://schemas.openxmlformats.org/drawingml/2006/main">
              <a:ext uri="{FF2B5EF4-FFF2-40B4-BE49-F238E27FC236}">
                <a16:creationId xmlns:a16="http://schemas.microsoft.com/office/drawing/2014/main" id="{5B55BC27-1558-4272-ADA1-6488FE59FF8B}"/>
              </a:ext>
            </a:extLst>
          </p:cNvPr>
          <p:cNvSpPr>
            <a:spLocks xmlns:a="http://schemas.openxmlformats.org/drawingml/2006/main" noGrp="1"/>
          </p:cNvSpPr>
          <p:nvPr/>
        </p:nvSpPr>
        <p:spPr>
          <a:xfrm xmlns:a="http://schemas.openxmlformats.org/drawingml/2006/main">
            <a:off x="1809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0" name="participant">
            <a:extLst xmlns:a="http://schemas.openxmlformats.org/drawingml/2006/main">
              <a:ext uri="{FF2B5EF4-FFF2-40B4-BE49-F238E27FC236}">
                <a16:creationId xmlns:a16="http://schemas.microsoft.com/office/drawing/2014/main" id="{03DD2E1D-F7A7-420F-BC45-FC95B4751A7D}"/>
              </a:ext>
            </a:extLst>
          </p:cNvPr>
          <p:cNvSpPr>
            <a:spLocks xmlns:a="http://schemas.openxmlformats.org/drawingml/2006/main" noGrp="1"/>
          </p:cNvSpPr>
          <p:nvPr/>
        </p:nvSpPr>
        <p:spPr>
          <a:xfrm xmlns:a="http://schemas.openxmlformats.org/drawingml/2006/main">
            <a:off x="3608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1" name="participant-name">
            <a:extLst xmlns:a="http://schemas.openxmlformats.org/drawingml/2006/main">
              <a:ext uri="{FF2B5EF4-FFF2-40B4-BE49-F238E27FC236}">
                <a16:creationId xmlns:a16="http://schemas.microsoft.com/office/drawing/2014/main" id="{662C26E4-6F4B-4A50-B87E-6265AA7D937E}"/>
              </a:ext>
            </a:extLst>
          </p:cNvPr>
          <p:cNvSpPr>
            <a:spLocks xmlns:a="http://schemas.openxmlformats.org/drawingml/2006/main" noGrp="1"/>
          </p:cNvSpPr>
          <p:nvPr/>
        </p:nvSpPr>
        <p:spPr>
          <a:xfrm xmlns:a="http://schemas.openxmlformats.org/drawingml/2006/main">
            <a:off x="3660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Station gates</a:t>
            </a:r>
          </a:p>
        </p:txBody>
      </p:sp>
      <p:sp>
        <p:nvSpPr>
          <p:cNvPr id="12" name="lifeline">
            <a:extLst xmlns:a="http://schemas.openxmlformats.org/drawingml/2006/main">
              <a:ext uri="{FF2B5EF4-FFF2-40B4-BE49-F238E27FC236}">
                <a16:creationId xmlns:a16="http://schemas.microsoft.com/office/drawing/2014/main" id="{3BAAB990-0DB5-406E-9C75-D1E6F6BD19A6}"/>
              </a:ext>
            </a:extLst>
          </p:cNvPr>
          <p:cNvSpPr>
            <a:spLocks xmlns:a="http://schemas.openxmlformats.org/drawingml/2006/main" noGrp="1"/>
          </p:cNvSpPr>
          <p:nvPr/>
        </p:nvSpPr>
        <p:spPr>
          <a:xfrm xmlns:a="http://schemas.openxmlformats.org/drawingml/2006/main">
            <a:off x="4603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3" name="participant">
            <a:extLst xmlns:a="http://schemas.openxmlformats.org/drawingml/2006/main">
              <a:ext uri="{FF2B5EF4-FFF2-40B4-BE49-F238E27FC236}">
                <a16:creationId xmlns:a16="http://schemas.microsoft.com/office/drawing/2014/main" id="{EE7EE449-2647-4881-A796-B31C9ECCCFE0}"/>
              </a:ext>
            </a:extLst>
          </p:cNvPr>
          <p:cNvSpPr>
            <a:spLocks xmlns:a="http://schemas.openxmlformats.org/drawingml/2006/main" noGrp="1"/>
          </p:cNvSpPr>
          <p:nvPr/>
        </p:nvSpPr>
        <p:spPr>
          <a:xfrm xmlns:a="http://schemas.openxmlformats.org/drawingml/2006/main">
            <a:off x="6402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4" name="participant-name">
            <a:extLst xmlns:a="http://schemas.openxmlformats.org/drawingml/2006/main">
              <a:ext uri="{FF2B5EF4-FFF2-40B4-BE49-F238E27FC236}">
                <a16:creationId xmlns:a16="http://schemas.microsoft.com/office/drawing/2014/main" id="{A1187026-235E-40FD-8F77-73DD8CD9F1FC}"/>
              </a:ext>
            </a:extLst>
          </p:cNvPr>
          <p:cNvSpPr>
            <a:spLocks xmlns:a="http://schemas.openxmlformats.org/drawingml/2006/main" noGrp="1"/>
          </p:cNvSpPr>
          <p:nvPr/>
        </p:nvSpPr>
        <p:spPr>
          <a:xfrm xmlns:a="http://schemas.openxmlformats.org/drawingml/2006/main">
            <a:off x="6454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MAVLink link</a:t>
            </a:r>
          </a:p>
        </p:txBody>
      </p:sp>
      <p:sp>
        <p:nvSpPr>
          <p:cNvPr id="15" name="lifeline">
            <a:extLst xmlns:a="http://schemas.openxmlformats.org/drawingml/2006/main">
              <a:ext uri="{FF2B5EF4-FFF2-40B4-BE49-F238E27FC236}">
                <a16:creationId xmlns:a16="http://schemas.microsoft.com/office/drawing/2014/main" id="{2678EFA5-1EC2-4713-B9A3-96DE39CB64EC}"/>
              </a:ext>
            </a:extLst>
          </p:cNvPr>
          <p:cNvSpPr>
            <a:spLocks xmlns:a="http://schemas.openxmlformats.org/drawingml/2006/main" noGrp="1"/>
          </p:cNvSpPr>
          <p:nvPr/>
        </p:nvSpPr>
        <p:spPr>
          <a:xfrm xmlns:a="http://schemas.openxmlformats.org/drawingml/2006/main">
            <a:off x="7397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6" name="participant">
            <a:extLst xmlns:a="http://schemas.openxmlformats.org/drawingml/2006/main">
              <a:ext uri="{FF2B5EF4-FFF2-40B4-BE49-F238E27FC236}">
                <a16:creationId xmlns:a16="http://schemas.microsoft.com/office/drawing/2014/main" id="{F9585B3B-AC1F-4FF2-8599-EFC45AAF1E73}"/>
              </a:ext>
            </a:extLst>
          </p:cNvPr>
          <p:cNvSpPr>
            <a:spLocks xmlns:a="http://schemas.openxmlformats.org/drawingml/2006/main" noGrp="1"/>
          </p:cNvSpPr>
          <p:nvPr/>
        </p:nvSpPr>
        <p:spPr>
          <a:xfrm xmlns:a="http://schemas.openxmlformats.org/drawingml/2006/main">
            <a:off x="9196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7" name="participant-name">
            <a:extLst xmlns:a="http://schemas.openxmlformats.org/drawingml/2006/main">
              <a:ext uri="{FF2B5EF4-FFF2-40B4-BE49-F238E27FC236}">
                <a16:creationId xmlns:a16="http://schemas.microsoft.com/office/drawing/2014/main" id="{68D31161-71DA-467D-A2EE-E82C07BCCABE}"/>
              </a:ext>
            </a:extLst>
          </p:cNvPr>
          <p:cNvSpPr>
            <a:spLocks xmlns:a="http://schemas.openxmlformats.org/drawingml/2006/main" noGrp="1"/>
          </p:cNvSpPr>
          <p:nvPr/>
        </p:nvSpPr>
        <p:spPr>
          <a:xfrm xmlns:a="http://schemas.openxmlformats.org/drawingml/2006/main">
            <a:off x="9248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ArduCopter</a:t>
            </a:r>
          </a:p>
        </p:txBody>
      </p:sp>
      <p:sp>
        <p:nvSpPr>
          <p:cNvPr id="18" name="lifeline">
            <a:extLst xmlns:a="http://schemas.openxmlformats.org/drawingml/2006/main">
              <a:ext uri="{FF2B5EF4-FFF2-40B4-BE49-F238E27FC236}">
                <a16:creationId xmlns:a16="http://schemas.microsoft.com/office/drawing/2014/main" id="{8E6E1B34-86F2-4C7B-AB8B-1E88A7AAD5EF}"/>
              </a:ext>
            </a:extLst>
          </p:cNvPr>
          <p:cNvSpPr>
            <a:spLocks xmlns:a="http://schemas.openxmlformats.org/drawingml/2006/main" noGrp="1"/>
          </p:cNvSpPr>
          <p:nvPr/>
        </p:nvSpPr>
        <p:spPr>
          <a:xfrm xmlns:a="http://schemas.openxmlformats.org/drawingml/2006/main">
            <a:off x="10191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9" name="relationship">
            <a:extLst xmlns:a="http://schemas.openxmlformats.org/drawingml/2006/main">
              <a:ext uri="{FF2B5EF4-FFF2-40B4-BE49-F238E27FC236}">
                <a16:creationId xmlns:a16="http://schemas.microsoft.com/office/drawing/2014/main" id="{F3643243-9B51-4514-AB18-C24C4171D7C6}"/>
              </a:ext>
            </a:extLst>
          </p:cNvPr>
          <p:cNvSpPr>
            <a:spLocks xmlns:a="http://schemas.openxmlformats.org/drawingml/2006/main" noGrp="1"/>
          </p:cNvSpPr>
          <p:nvPr/>
        </p:nvSpPr>
        <p:spPr>
          <a:xfrm xmlns:a="http://schemas.openxmlformats.org/drawingml/2006/main">
            <a:off x="1809750" y="2668905"/>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ABCA97AA-ABA9-47DA-B415-9137E8B6F942}"/>
              </a:ext>
            </a:extLst>
          </p:cNvPr>
          <p:cNvSpPr>
            <a:spLocks xmlns:a="http://schemas.openxmlformats.org/drawingml/2006/main" noGrp="1"/>
          </p:cNvSpPr>
          <p:nvPr/>
        </p:nvSpPr>
        <p:spPr>
          <a:xfrm xmlns:a="http://schemas.openxmlformats.org/drawingml/2006/main">
            <a:off x="4517982" y="266890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A50D5DA0-DB2C-4F02-894C-31532FE9C140}"/>
              </a:ext>
            </a:extLst>
          </p:cNvPr>
          <p:cNvSpPr>
            <a:spLocks xmlns:a="http://schemas.openxmlformats.org/drawingml/2006/main" noGrp="1"/>
          </p:cNvSpPr>
          <p:nvPr/>
        </p:nvSpPr>
        <p:spPr>
          <a:xfrm xmlns:a="http://schemas.openxmlformats.org/drawingml/2006/main">
            <a:off x="4517982" y="26274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CC786D18-88AD-434B-B3D7-ECEE191798EC}"/>
              </a:ext>
            </a:extLst>
          </p:cNvPr>
          <p:cNvSpPr>
            <a:spLocks xmlns:a="http://schemas.openxmlformats.org/drawingml/2006/main" noGrp="1"/>
          </p:cNvSpPr>
          <p:nvPr/>
        </p:nvSpPr>
        <p:spPr>
          <a:xfrm xmlns:a="http://schemas.openxmlformats.org/drawingml/2006/main">
            <a:off x="815975" y="2383155"/>
            <a:ext cx="4781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1. Pilot selects GUIDED; operator leases control</a:t>
            </a:r>
          </a:p>
        </p:txBody>
      </p:sp>
      <p:sp>
        <p:nvSpPr>
          <p:cNvPr id="23" name="relationship">
            <a:extLst xmlns:a="http://schemas.openxmlformats.org/drawingml/2006/main">
              <a:ext uri="{FF2B5EF4-FFF2-40B4-BE49-F238E27FC236}">
                <a16:creationId xmlns:a16="http://schemas.microsoft.com/office/drawing/2014/main" id="{E51E5F89-CE9A-4E44-BEAE-51A6424FDA0D}"/>
              </a:ext>
            </a:extLst>
          </p:cNvPr>
          <p:cNvSpPr>
            <a:spLocks xmlns:a="http://schemas.openxmlformats.org/drawingml/2006/main" noGrp="1"/>
          </p:cNvSpPr>
          <p:nvPr/>
        </p:nvSpPr>
        <p:spPr>
          <a:xfrm xmlns:a="http://schemas.openxmlformats.org/drawingml/2006/main">
            <a:off x="1809750" y="3101884"/>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09CE179C-4F0A-4AF5-8C41-28F1EA837C73}"/>
              </a:ext>
            </a:extLst>
          </p:cNvPr>
          <p:cNvSpPr>
            <a:spLocks xmlns:a="http://schemas.openxmlformats.org/drawingml/2006/main" noGrp="1"/>
          </p:cNvSpPr>
          <p:nvPr/>
        </p:nvSpPr>
        <p:spPr>
          <a:xfrm xmlns:a="http://schemas.openxmlformats.org/drawingml/2006/main">
            <a:off x="4517982" y="3101884"/>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5" name="arrow-head">
            <a:extLst xmlns:a="http://schemas.openxmlformats.org/drawingml/2006/main">
              <a:ext uri="{FF2B5EF4-FFF2-40B4-BE49-F238E27FC236}">
                <a16:creationId xmlns:a16="http://schemas.microsoft.com/office/drawing/2014/main" id="{F62634F5-2D5B-4906-A507-57A598E84EA5}"/>
              </a:ext>
            </a:extLst>
          </p:cNvPr>
          <p:cNvSpPr>
            <a:spLocks xmlns:a="http://schemas.openxmlformats.org/drawingml/2006/main" noGrp="1"/>
          </p:cNvSpPr>
          <p:nvPr/>
        </p:nvSpPr>
        <p:spPr>
          <a:xfrm xmlns:a="http://schemas.openxmlformats.org/drawingml/2006/main">
            <a:off x="4517982" y="3060454"/>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6" name="relationship-label">
            <a:extLst xmlns:a="http://schemas.openxmlformats.org/drawingml/2006/main">
              <a:ext uri="{FF2B5EF4-FFF2-40B4-BE49-F238E27FC236}">
                <a16:creationId xmlns:a16="http://schemas.microsoft.com/office/drawing/2014/main" id="{52C6A352-FF21-40C3-9439-2A95A7A0B0BB}"/>
              </a:ext>
            </a:extLst>
          </p:cNvPr>
          <p:cNvSpPr>
            <a:spLocks xmlns:a="http://schemas.openxmlformats.org/drawingml/2006/main" noGrp="1"/>
          </p:cNvSpPr>
          <p:nvPr/>
        </p:nvSpPr>
        <p:spPr>
          <a:xfrm xmlns:a="http://schemas.openxmlformats.org/drawingml/2006/main">
            <a:off x="1196975" y="2816134"/>
            <a:ext cx="4019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2. Bounded move request / reviewed route</a:t>
            </a:r>
          </a:p>
        </p:txBody>
      </p:sp>
      <p:sp>
        <p:nvSpPr>
          <p:cNvPr id="27" name="self-call">
            <a:extLst xmlns:a="http://schemas.openxmlformats.org/drawingml/2006/main">
              <a:ext uri="{FF2B5EF4-FFF2-40B4-BE49-F238E27FC236}">
                <a16:creationId xmlns:a16="http://schemas.microsoft.com/office/drawing/2014/main" id="{93077A18-29FC-48E9-ADB4-009C0CCDFA36}"/>
              </a:ext>
            </a:extLst>
          </p:cNvPr>
          <p:cNvSpPr>
            <a:spLocks xmlns:a="http://schemas.openxmlformats.org/drawingml/2006/main" noGrp="1"/>
          </p:cNvSpPr>
          <p:nvPr/>
        </p:nvSpPr>
        <p:spPr>
          <a:xfrm xmlns:a="http://schemas.openxmlformats.org/drawingml/2006/main">
            <a:off x="4603750" y="3411991"/>
            <a:ext cx="471488" cy="9525"/>
          </a:xfrm>
          <a:custGeom xmlns:a="http://schemas.openxmlformats.org/drawingml/2006/main">
            <a:pathLst>
              <a:path w="471488" h="9525">
                <a:moveTo>
                  <a:pt x="0" y="0"/>
                </a:moveTo>
                <a:lnTo>
                  <a:pt x="471488" y="0"/>
                </a:lnTo>
              </a:path>
            </a:pathLst>
          </a:custGeom>
          <a:noFill xmlns:a="http://schemas.openxmlformats.org/drawingml/2006/main"/>
          <a:ln xmlns:a="http://schemas.openxmlformats.org/drawingml/2006/main" w="19050">
            <a:solidFill>
              <a:srgbClr val="087E8B"/>
            </a:solidFill>
            <a:prstDash val="solid"/>
          </a:ln>
        </p:spPr>
      </p:sp>
      <p:sp>
        <p:nvSpPr>
          <p:cNvPr id="28" name="self-call">
            <a:extLst xmlns:a="http://schemas.openxmlformats.org/drawingml/2006/main">
              <a:ext uri="{FF2B5EF4-FFF2-40B4-BE49-F238E27FC236}">
                <a16:creationId xmlns:a16="http://schemas.microsoft.com/office/drawing/2014/main" id="{6967E300-F0A4-4522-A6C5-D3D2441731A5}"/>
              </a:ext>
            </a:extLst>
          </p:cNvPr>
          <p:cNvSpPr>
            <a:spLocks xmlns:a="http://schemas.openxmlformats.org/drawingml/2006/main" noGrp="1"/>
          </p:cNvSpPr>
          <p:nvPr/>
        </p:nvSpPr>
        <p:spPr>
          <a:xfrm xmlns:a="http://schemas.openxmlformats.org/drawingml/2006/main">
            <a:off x="5075238" y="3411991"/>
            <a:ext cx="9525" cy="180213"/>
          </a:xfrm>
          <a:custGeom xmlns:a="http://schemas.openxmlformats.org/drawingml/2006/main">
            <a:pathLst>
              <a:path w="9525" h="180213">
                <a:moveTo>
                  <a:pt x="0" y="0"/>
                </a:moveTo>
                <a:lnTo>
                  <a:pt x="0" y="180213"/>
                </a:lnTo>
              </a:path>
            </a:pathLst>
          </a:custGeom>
          <a:noFill xmlns:a="http://schemas.openxmlformats.org/drawingml/2006/main"/>
          <a:ln xmlns:a="http://schemas.openxmlformats.org/drawingml/2006/main" w="19050">
            <a:solidFill>
              <a:srgbClr val="087E8B"/>
            </a:solidFill>
            <a:prstDash val="solid"/>
          </a:ln>
        </p:spPr>
      </p:sp>
      <p:sp>
        <p:nvSpPr>
          <p:cNvPr id="29" name="relationship">
            <a:extLst xmlns:a="http://schemas.openxmlformats.org/drawingml/2006/main">
              <a:ext uri="{FF2B5EF4-FFF2-40B4-BE49-F238E27FC236}">
                <a16:creationId xmlns:a16="http://schemas.microsoft.com/office/drawing/2014/main" id="{B78D01B5-3619-410A-92B8-8A27104042E1}"/>
              </a:ext>
            </a:extLst>
          </p:cNvPr>
          <p:cNvSpPr>
            <a:spLocks xmlns:a="http://schemas.openxmlformats.org/drawingml/2006/main" noGrp="1"/>
          </p:cNvSpPr>
          <p:nvPr/>
        </p:nvSpPr>
        <p:spPr>
          <a:xfrm xmlns:a="http://schemas.openxmlformats.org/drawingml/2006/main">
            <a:off x="4603750" y="3592204"/>
            <a:ext cx="471488" cy="9525"/>
          </a:xfrm>
          <a:custGeom xmlns:a="http://schemas.openxmlformats.org/drawingml/2006/main">
            <a:pathLst>
              <a:path w="471488" h="9525">
                <a:moveTo>
                  <a:pt x="471488" y="0"/>
                </a:moveTo>
                <a:lnTo>
                  <a:pt x="0" y="0"/>
                </a:lnTo>
              </a:path>
            </a:pathLst>
          </a:custGeom>
          <a:noFill xmlns:a="http://schemas.openxmlformats.org/drawingml/2006/main"/>
          <a:ln xmlns:a="http://schemas.openxmlformats.org/drawingml/2006/main" w="19050">
            <a:solidFill>
              <a:srgbClr val="087E8B"/>
            </a:solidFill>
            <a:prstDash val="solid"/>
          </a:ln>
        </p:spPr>
      </p:sp>
      <p:sp>
        <p:nvSpPr>
          <p:cNvPr id="30" name="arrow-head">
            <a:extLst xmlns:a="http://schemas.openxmlformats.org/drawingml/2006/main">
              <a:ext uri="{FF2B5EF4-FFF2-40B4-BE49-F238E27FC236}">
                <a16:creationId xmlns:a16="http://schemas.microsoft.com/office/drawing/2014/main" id="{DA65A359-7EE6-4B8F-AF1A-BBE7412A8802}"/>
              </a:ext>
            </a:extLst>
          </p:cNvPr>
          <p:cNvSpPr>
            <a:spLocks xmlns:a="http://schemas.openxmlformats.org/drawingml/2006/main" noGrp="1"/>
          </p:cNvSpPr>
          <p:nvPr/>
        </p:nvSpPr>
        <p:spPr>
          <a:xfrm xmlns:a="http://schemas.openxmlformats.org/drawingml/2006/main">
            <a:off x="4603750" y="3550774"/>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31" name="arrow-head">
            <a:extLst xmlns:a="http://schemas.openxmlformats.org/drawingml/2006/main">
              <a:ext uri="{FF2B5EF4-FFF2-40B4-BE49-F238E27FC236}">
                <a16:creationId xmlns:a16="http://schemas.microsoft.com/office/drawing/2014/main" id="{237090E8-6516-41A6-9886-FA2538BAE5CC}"/>
              </a:ext>
            </a:extLst>
          </p:cNvPr>
          <p:cNvSpPr>
            <a:spLocks xmlns:a="http://schemas.openxmlformats.org/drawingml/2006/main" noGrp="1"/>
          </p:cNvSpPr>
          <p:nvPr/>
        </p:nvSpPr>
        <p:spPr>
          <a:xfrm xmlns:a="http://schemas.openxmlformats.org/drawingml/2006/main">
            <a:off x="4603750" y="3592204"/>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32" name="self-call-label">
            <a:extLst xmlns:a="http://schemas.openxmlformats.org/drawingml/2006/main">
              <a:ext uri="{FF2B5EF4-FFF2-40B4-BE49-F238E27FC236}">
                <a16:creationId xmlns:a16="http://schemas.microsoft.com/office/drawing/2014/main" id="{1DB19D7D-57FE-4AF7-9142-DFAE93915D73}"/>
              </a:ext>
            </a:extLst>
          </p:cNvPr>
          <p:cNvSpPr>
            <a:spLocks xmlns:a="http://schemas.openxmlformats.org/drawingml/2006/main" noGrp="1"/>
          </p:cNvSpPr>
          <p:nvPr/>
        </p:nvSpPr>
        <p:spPr>
          <a:xfrm xmlns:a="http://schemas.openxmlformats.org/drawingml/2006/main">
            <a:off x="4687570" y="3145291"/>
            <a:ext cx="445770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4C6073"/>
                </a:solidFill>
                <a:latin typeface="Arial"/>
                <a:ea typeface="Arial"/>
                <a:cs typeface="Arial"/>
              </a:defRPr>
            </a:defPPr>
            <a:lvl1pPr algn="l">
              <a:defRPr sz="1275" b="0">
                <a:solidFill>
                  <a:srgbClr val="4C6073"/>
                </a:solidFill>
                <a:latin typeface="Arial"/>
                <a:ea typeface="Arial"/>
                <a:cs typeface="Arial"/>
              </a:defRPr>
            </a:lvl1pPr>
            <a:lvl2pPr algn="l">
              <a:defRPr sz="1275" b="0">
                <a:solidFill>
                  <a:srgbClr val="4C6073"/>
                </a:solidFill>
                <a:latin typeface="Arial"/>
                <a:ea typeface="Arial"/>
                <a:cs typeface="Arial"/>
              </a:defRPr>
            </a:lvl2pPr>
            <a:lvl3pPr algn="l">
              <a:defRPr sz="1275" b="0">
                <a:solidFill>
                  <a:srgbClr val="4C6073"/>
                </a:solidFill>
                <a:latin typeface="Arial"/>
                <a:ea typeface="Arial"/>
                <a:cs typeface="Arial"/>
              </a:defRPr>
            </a:lvl3pPr>
            <a:lvl4pPr algn="l">
              <a:defRPr sz="1275" b="0">
                <a:solidFill>
                  <a:srgbClr val="4C6073"/>
                </a:solidFill>
                <a:latin typeface="Arial"/>
                <a:ea typeface="Arial"/>
                <a:cs typeface="Arial"/>
              </a:defRPr>
            </a:lvl4pPr>
            <a:lvl5pPr algn="l">
              <a:defRPr sz="1275" b="0">
                <a:solidFill>
                  <a:srgbClr val="4C6073"/>
                </a:solidFill>
                <a:latin typeface="Arial"/>
                <a:ea typeface="Arial"/>
                <a:cs typeface="Arial"/>
              </a:defRPr>
            </a:lvl5pPr>
            <a:lvl6pPr algn="l">
              <a:defRPr sz="1275" b="0">
                <a:solidFill>
                  <a:srgbClr val="4C6073"/>
                </a:solidFill>
                <a:latin typeface="Arial"/>
                <a:ea typeface="Arial"/>
                <a:cs typeface="Arial"/>
              </a:defRPr>
            </a:lvl6pPr>
            <a:lvl7pPr algn="l">
              <a:defRPr sz="1275" b="0">
                <a:solidFill>
                  <a:srgbClr val="4C6073"/>
                </a:solidFill>
                <a:latin typeface="Arial"/>
                <a:ea typeface="Arial"/>
                <a:cs typeface="Arial"/>
              </a:defRPr>
            </a:lvl7pPr>
            <a:lvl8pPr algn="l">
              <a:defRPr sz="1275" b="0">
                <a:solidFill>
                  <a:srgbClr val="4C6073"/>
                </a:solidFill>
                <a:latin typeface="Arial"/>
                <a:ea typeface="Arial"/>
                <a:cs typeface="Arial"/>
              </a:defRPr>
            </a:lvl8pPr>
            <a:lvl9pPr algn="l">
              <a:defRPr sz="1275" b="0">
                <a:solidFill>
                  <a:srgbClr val="4C6073"/>
                </a:solidFill>
                <a:latin typeface="Arial"/>
                <a:ea typeface="Arial"/>
                <a:cs typeface="Arial"/>
              </a:defRPr>
            </a:lvl9pPr>
          </a:lstStyle>
          <a:p xmlns:a="http://schemas.openxmlformats.org/drawingml/2006/main">
            <a:pPr algn="l">
              <a:defRPr sz="1275" b="0">
                <a:solidFill>
                  <a:srgbClr val="4C6073"/>
                </a:solidFill>
                <a:latin typeface="Arial"/>
                <a:ea typeface="Arial"/>
                <a:cs typeface="Arial"/>
              </a:defRPr>
            </a:pPr>
            <a:r>
              <a:rPr sz="1275" b="0">
                <a:solidFill>
                  <a:srgbClr val="4C6073"/>
                </a:solidFill>
                <a:latin typeface="Arial"/>
                <a:ea typeface="Arial"/>
                <a:cs typeface="Arial"/>
              </a:rPr>
              <a:t>Check mode, GPS, EKF, battery, video, limits</a:t>
            </a:r>
          </a:p>
        </p:txBody>
      </p:sp>
      <p:sp>
        <p:nvSpPr>
          <p:cNvPr id="33" name="relationship">
            <a:extLst xmlns:a="http://schemas.openxmlformats.org/drawingml/2006/main">
              <a:ext uri="{FF2B5EF4-FFF2-40B4-BE49-F238E27FC236}">
                <a16:creationId xmlns:a16="http://schemas.microsoft.com/office/drawing/2014/main" id="{C2D894BD-2BAE-402A-8546-90C768AF29D9}"/>
              </a:ext>
            </a:extLst>
          </p:cNvPr>
          <p:cNvSpPr>
            <a:spLocks xmlns:a="http://schemas.openxmlformats.org/drawingml/2006/main" noGrp="1"/>
          </p:cNvSpPr>
          <p:nvPr/>
        </p:nvSpPr>
        <p:spPr>
          <a:xfrm xmlns:a="http://schemas.openxmlformats.org/drawingml/2006/main">
            <a:off x="4603750" y="3967843"/>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34" name="arrow-head">
            <a:extLst xmlns:a="http://schemas.openxmlformats.org/drawingml/2006/main">
              <a:ext uri="{FF2B5EF4-FFF2-40B4-BE49-F238E27FC236}">
                <a16:creationId xmlns:a16="http://schemas.microsoft.com/office/drawing/2014/main" id="{460A7827-5CF7-47E4-8C91-86D82B46C9A4}"/>
              </a:ext>
            </a:extLst>
          </p:cNvPr>
          <p:cNvSpPr>
            <a:spLocks xmlns:a="http://schemas.openxmlformats.org/drawingml/2006/main" noGrp="1"/>
          </p:cNvSpPr>
          <p:nvPr/>
        </p:nvSpPr>
        <p:spPr>
          <a:xfrm xmlns:a="http://schemas.openxmlformats.org/drawingml/2006/main">
            <a:off x="7311982" y="3967843"/>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35" name="arrow-head">
            <a:extLst xmlns:a="http://schemas.openxmlformats.org/drawingml/2006/main">
              <a:ext uri="{FF2B5EF4-FFF2-40B4-BE49-F238E27FC236}">
                <a16:creationId xmlns:a16="http://schemas.microsoft.com/office/drawing/2014/main" id="{C13FED29-940E-484B-93CF-92D8E13DC81F}"/>
              </a:ext>
            </a:extLst>
          </p:cNvPr>
          <p:cNvSpPr>
            <a:spLocks xmlns:a="http://schemas.openxmlformats.org/drawingml/2006/main" noGrp="1"/>
          </p:cNvSpPr>
          <p:nvPr/>
        </p:nvSpPr>
        <p:spPr>
          <a:xfrm xmlns:a="http://schemas.openxmlformats.org/drawingml/2006/main">
            <a:off x="7311982" y="392641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36" name="relationship-label">
            <a:extLst xmlns:a="http://schemas.openxmlformats.org/drawingml/2006/main">
              <a:ext uri="{FF2B5EF4-FFF2-40B4-BE49-F238E27FC236}">
                <a16:creationId xmlns:a16="http://schemas.microsoft.com/office/drawing/2014/main" id="{AA867428-AEB4-4AF1-AFCA-40230A1B18BE}"/>
              </a:ext>
            </a:extLst>
          </p:cNvPr>
          <p:cNvSpPr>
            <a:spLocks xmlns:a="http://schemas.openxmlformats.org/drawingml/2006/main" noGrp="1"/>
          </p:cNvSpPr>
          <p:nvPr/>
        </p:nvSpPr>
        <p:spPr>
          <a:xfrm xmlns:a="http://schemas.openxmlformats.org/drawingml/2006/main">
            <a:off x="4276725" y="3682093"/>
            <a:ext cx="3448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4. Velocity-only BODY_NED setpoint</a:t>
            </a:r>
          </a:p>
        </p:txBody>
      </p:sp>
      <p:sp>
        <p:nvSpPr>
          <p:cNvPr id="37" name="relationship">
            <a:extLst xmlns:a="http://schemas.openxmlformats.org/drawingml/2006/main">
              <a:ext uri="{FF2B5EF4-FFF2-40B4-BE49-F238E27FC236}">
                <a16:creationId xmlns:a16="http://schemas.microsoft.com/office/drawing/2014/main" id="{A20E9A87-C22F-43C0-9829-53AD1E5B6DB0}"/>
              </a:ext>
            </a:extLst>
          </p:cNvPr>
          <p:cNvSpPr>
            <a:spLocks xmlns:a="http://schemas.openxmlformats.org/drawingml/2006/main" noGrp="1"/>
          </p:cNvSpPr>
          <p:nvPr/>
        </p:nvSpPr>
        <p:spPr>
          <a:xfrm xmlns:a="http://schemas.openxmlformats.org/drawingml/2006/main">
            <a:off x="7397750" y="4400822"/>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38" name="arrow-head">
            <a:extLst xmlns:a="http://schemas.openxmlformats.org/drawingml/2006/main">
              <a:ext uri="{FF2B5EF4-FFF2-40B4-BE49-F238E27FC236}">
                <a16:creationId xmlns:a16="http://schemas.microsoft.com/office/drawing/2014/main" id="{6FCA5019-4762-4558-A80C-0CF62F2F5EA9}"/>
              </a:ext>
            </a:extLst>
          </p:cNvPr>
          <p:cNvSpPr>
            <a:spLocks xmlns:a="http://schemas.openxmlformats.org/drawingml/2006/main" noGrp="1"/>
          </p:cNvSpPr>
          <p:nvPr/>
        </p:nvSpPr>
        <p:spPr>
          <a:xfrm xmlns:a="http://schemas.openxmlformats.org/drawingml/2006/main">
            <a:off x="10105982" y="4400822"/>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39" name="arrow-head">
            <a:extLst xmlns:a="http://schemas.openxmlformats.org/drawingml/2006/main">
              <a:ext uri="{FF2B5EF4-FFF2-40B4-BE49-F238E27FC236}">
                <a16:creationId xmlns:a16="http://schemas.microsoft.com/office/drawing/2014/main" id="{0E2997B9-D532-494C-BD99-7BA0D7ADC8B9}"/>
              </a:ext>
            </a:extLst>
          </p:cNvPr>
          <p:cNvSpPr>
            <a:spLocks xmlns:a="http://schemas.openxmlformats.org/drawingml/2006/main" noGrp="1"/>
          </p:cNvSpPr>
          <p:nvPr/>
        </p:nvSpPr>
        <p:spPr>
          <a:xfrm xmlns:a="http://schemas.openxmlformats.org/drawingml/2006/main">
            <a:off x="10105982" y="435939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40" name="relationship-label">
            <a:extLst xmlns:a="http://schemas.openxmlformats.org/drawingml/2006/main">
              <a:ext uri="{FF2B5EF4-FFF2-40B4-BE49-F238E27FC236}">
                <a16:creationId xmlns:a16="http://schemas.microsoft.com/office/drawing/2014/main" id="{1066D44D-4A1E-4285-9478-48E599C06835}"/>
              </a:ext>
            </a:extLst>
          </p:cNvPr>
          <p:cNvSpPr>
            <a:spLocks xmlns:a="http://schemas.openxmlformats.org/drawingml/2006/main" noGrp="1"/>
          </p:cNvSpPr>
          <p:nvPr/>
        </p:nvSpPr>
        <p:spPr>
          <a:xfrm xmlns:a="http://schemas.openxmlformats.org/drawingml/2006/main">
            <a:off x="7165975" y="4115072"/>
            <a:ext cx="3257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5. SET_POSITION_TARGET_LOCAL_NED</a:t>
            </a:r>
          </a:p>
        </p:txBody>
      </p:sp>
      <p:sp>
        <p:nvSpPr>
          <p:cNvPr id="41" name="relationship">
            <a:extLst xmlns:a="http://schemas.openxmlformats.org/drawingml/2006/main">
              <a:ext uri="{FF2B5EF4-FFF2-40B4-BE49-F238E27FC236}">
                <a16:creationId xmlns:a16="http://schemas.microsoft.com/office/drawing/2014/main" id="{02CC7B15-8AB3-4302-A6C9-38058282F2D5}"/>
              </a:ext>
            </a:extLst>
          </p:cNvPr>
          <p:cNvSpPr>
            <a:spLocks xmlns:a="http://schemas.openxmlformats.org/drawingml/2006/main" noGrp="1"/>
          </p:cNvSpPr>
          <p:nvPr/>
        </p:nvSpPr>
        <p:spPr>
          <a:xfrm xmlns:a="http://schemas.openxmlformats.org/drawingml/2006/main">
            <a:off x="7397750" y="4833801"/>
            <a:ext cx="2794000" cy="9525"/>
          </a:xfrm>
          <a:custGeom xmlns:a="http://schemas.openxmlformats.org/drawingml/2006/main">
            <a:pathLst>
              <a:path w="2794000" h="9525">
                <a:moveTo>
                  <a:pt x="2794000" y="0"/>
                </a:moveTo>
                <a:lnTo>
                  <a:pt x="0" y="0"/>
                </a:lnTo>
              </a:path>
            </a:pathLst>
          </a:custGeom>
          <a:noFill xmlns:a="http://schemas.openxmlformats.org/drawingml/2006/main"/>
          <a:ln xmlns:a="http://schemas.openxmlformats.org/drawingml/2006/main" w="19050">
            <a:solidFill>
              <a:srgbClr val="087E8B"/>
            </a:solidFill>
            <a:prstDash val="solid"/>
          </a:ln>
        </p:spPr>
      </p:sp>
      <p:sp>
        <p:nvSpPr>
          <p:cNvPr id="42" name="arrow-head">
            <a:extLst xmlns:a="http://schemas.openxmlformats.org/drawingml/2006/main">
              <a:ext uri="{FF2B5EF4-FFF2-40B4-BE49-F238E27FC236}">
                <a16:creationId xmlns:a16="http://schemas.microsoft.com/office/drawing/2014/main" id="{0FE5A265-11A2-4C98-957B-693EC32D5A16}"/>
              </a:ext>
            </a:extLst>
          </p:cNvPr>
          <p:cNvSpPr>
            <a:spLocks xmlns:a="http://schemas.openxmlformats.org/drawingml/2006/main" noGrp="1"/>
          </p:cNvSpPr>
          <p:nvPr/>
        </p:nvSpPr>
        <p:spPr>
          <a:xfrm xmlns:a="http://schemas.openxmlformats.org/drawingml/2006/main">
            <a:off x="7397750" y="4792371"/>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43" name="arrow-head">
            <a:extLst xmlns:a="http://schemas.openxmlformats.org/drawingml/2006/main">
              <a:ext uri="{FF2B5EF4-FFF2-40B4-BE49-F238E27FC236}">
                <a16:creationId xmlns:a16="http://schemas.microsoft.com/office/drawing/2014/main" id="{C8743D37-D2FC-430F-BF92-CE644164CD82}"/>
              </a:ext>
            </a:extLst>
          </p:cNvPr>
          <p:cNvSpPr>
            <a:spLocks xmlns:a="http://schemas.openxmlformats.org/drawingml/2006/main" noGrp="1"/>
          </p:cNvSpPr>
          <p:nvPr/>
        </p:nvSpPr>
        <p:spPr>
          <a:xfrm xmlns:a="http://schemas.openxmlformats.org/drawingml/2006/main">
            <a:off x="7397750" y="4833801"/>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44" name="relationship-label">
            <a:extLst xmlns:a="http://schemas.openxmlformats.org/drawingml/2006/main">
              <a:ext uri="{FF2B5EF4-FFF2-40B4-BE49-F238E27FC236}">
                <a16:creationId xmlns:a16="http://schemas.microsoft.com/office/drawing/2014/main" id="{865A8D3D-1BD5-4A6B-AAE4-FB10289F7FCB}"/>
              </a:ext>
            </a:extLst>
          </p:cNvPr>
          <p:cNvSpPr>
            <a:spLocks xmlns:a="http://schemas.openxmlformats.org/drawingml/2006/main" noGrp="1"/>
          </p:cNvSpPr>
          <p:nvPr/>
        </p:nvSpPr>
        <p:spPr>
          <a:xfrm xmlns:a="http://schemas.openxmlformats.org/drawingml/2006/main">
            <a:off x="7356475" y="4548051"/>
            <a:ext cx="2876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6. Position / mode telemetry</a:t>
            </a:r>
          </a:p>
        </p:txBody>
      </p:sp>
      <p:sp>
        <p:nvSpPr>
          <p:cNvPr id="45" name="relationship">
            <a:extLst xmlns:a="http://schemas.openxmlformats.org/drawingml/2006/main">
              <a:ext uri="{FF2B5EF4-FFF2-40B4-BE49-F238E27FC236}">
                <a16:creationId xmlns:a16="http://schemas.microsoft.com/office/drawing/2014/main" id="{3D6D6A23-13D1-43BF-80FD-48406AA0D6B4}"/>
              </a:ext>
            </a:extLst>
          </p:cNvPr>
          <p:cNvSpPr>
            <a:spLocks xmlns:a="http://schemas.openxmlformats.org/drawingml/2006/main" noGrp="1"/>
          </p:cNvSpPr>
          <p:nvPr/>
        </p:nvSpPr>
        <p:spPr>
          <a:xfrm xmlns:a="http://schemas.openxmlformats.org/drawingml/2006/main">
            <a:off x="4603750" y="5266781"/>
            <a:ext cx="2794000" cy="9525"/>
          </a:xfrm>
          <a:custGeom xmlns:a="http://schemas.openxmlformats.org/drawingml/2006/main">
            <a:pathLst>
              <a:path w="2794000" h="9525">
                <a:moveTo>
                  <a:pt x="2794000" y="0"/>
                </a:moveTo>
                <a:lnTo>
                  <a:pt x="0" y="0"/>
                </a:lnTo>
              </a:path>
            </a:pathLst>
          </a:custGeom>
          <a:noFill xmlns:a="http://schemas.openxmlformats.org/drawingml/2006/main"/>
          <a:ln xmlns:a="http://schemas.openxmlformats.org/drawingml/2006/main" w="19050">
            <a:solidFill>
              <a:srgbClr val="087E8B"/>
            </a:solidFill>
            <a:prstDash val="solid"/>
          </a:ln>
        </p:spPr>
      </p:sp>
      <p:sp>
        <p:nvSpPr>
          <p:cNvPr id="46" name="arrow-head">
            <a:extLst xmlns:a="http://schemas.openxmlformats.org/drawingml/2006/main">
              <a:ext uri="{FF2B5EF4-FFF2-40B4-BE49-F238E27FC236}">
                <a16:creationId xmlns:a16="http://schemas.microsoft.com/office/drawing/2014/main" id="{AE221AD2-97BD-4CB6-9D3E-15B27571E068}"/>
              </a:ext>
            </a:extLst>
          </p:cNvPr>
          <p:cNvSpPr>
            <a:spLocks xmlns:a="http://schemas.openxmlformats.org/drawingml/2006/main" noGrp="1"/>
          </p:cNvSpPr>
          <p:nvPr/>
        </p:nvSpPr>
        <p:spPr>
          <a:xfrm xmlns:a="http://schemas.openxmlformats.org/drawingml/2006/main">
            <a:off x="4603750" y="52253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47" name="arrow-head">
            <a:extLst xmlns:a="http://schemas.openxmlformats.org/drawingml/2006/main">
              <a:ext uri="{FF2B5EF4-FFF2-40B4-BE49-F238E27FC236}">
                <a16:creationId xmlns:a16="http://schemas.microsoft.com/office/drawing/2014/main" id="{D9B171E2-56CE-4D07-B44F-7CD48296FEFA}"/>
              </a:ext>
            </a:extLst>
          </p:cNvPr>
          <p:cNvSpPr>
            <a:spLocks xmlns:a="http://schemas.openxmlformats.org/drawingml/2006/main" noGrp="1"/>
          </p:cNvSpPr>
          <p:nvPr/>
        </p:nvSpPr>
        <p:spPr>
          <a:xfrm xmlns:a="http://schemas.openxmlformats.org/drawingml/2006/main">
            <a:off x="4603750" y="5266781"/>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48" name="relationship-label">
            <a:extLst xmlns:a="http://schemas.openxmlformats.org/drawingml/2006/main">
              <a:ext uri="{FF2B5EF4-FFF2-40B4-BE49-F238E27FC236}">
                <a16:creationId xmlns:a16="http://schemas.microsoft.com/office/drawing/2014/main" id="{5B042A6A-B59E-4E83-87BB-441478745A04}"/>
              </a:ext>
            </a:extLst>
          </p:cNvPr>
          <p:cNvSpPr>
            <a:spLocks xmlns:a="http://schemas.openxmlformats.org/drawingml/2006/main" noGrp="1"/>
          </p:cNvSpPr>
          <p:nvPr/>
        </p:nvSpPr>
        <p:spPr>
          <a:xfrm xmlns:a="http://schemas.openxmlformats.org/drawingml/2006/main">
            <a:off x="4133850" y="4981031"/>
            <a:ext cx="37338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7. Feedback; stop or pause if invalid</a:t>
            </a:r>
          </a:p>
        </p:txBody>
      </p:sp>
      <p:sp>
        <p:nvSpPr>
          <p:cNvPr id="49" name="diagram-caption">
            <a:extLst xmlns:a="http://schemas.openxmlformats.org/drawingml/2006/main">
              <a:ext uri="{FF2B5EF4-FFF2-40B4-BE49-F238E27FC236}">
                <a16:creationId xmlns:a16="http://schemas.microsoft.com/office/drawing/2014/main" id="{CB59802C-643C-42A6-A525-85489822430E}"/>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Velocity setpoints have no COMMAND_ACK. The application observes telemetry; the FC closes the stabilization loop.</a:t>
            </a:r>
          </a:p>
        </p:txBody>
      </p:sp>
    </p:spTree>
    <p:extLst>
      <p:ext uri="{BB962C8B-B14F-4D97-AF65-F5344CB8AC3E}">
        <p14:creationId xmlns:p14="http://schemas.microsoft.com/office/powerpoint/2010/main" val="11650519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E63E0534-B8A2-424C-8528-C8CF17C7FE6B}"/>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19</a:t>
            </a:r>
          </a:p>
        </p:txBody>
      </p:sp>
      <p:sp>
        <p:nvSpPr>
          <p:cNvPr id="3" name="title">
            <a:extLst xmlns:a="http://schemas.openxmlformats.org/drawingml/2006/main">
              <a:ext uri="{FF2B5EF4-FFF2-40B4-BE49-F238E27FC236}">
                <a16:creationId xmlns:a16="http://schemas.microsoft.com/office/drawing/2014/main" id="{96567C6A-C56B-4112-8E78-114725697CC7}"/>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Analog video acquisition</a:t>
            </a:r>
          </a:p>
        </p:txBody>
      </p:sp>
      <p:sp>
        <p:nvSpPr>
          <p:cNvPr id="4" name="summary">
            <a:extLst xmlns:a="http://schemas.openxmlformats.org/drawingml/2006/main">
              <a:ext uri="{FF2B5EF4-FFF2-40B4-BE49-F238E27FC236}">
                <a16:creationId xmlns:a16="http://schemas.microsoft.com/office/drawing/2014/main" id="{FD8E2073-20B8-44BE-9CD6-55D84EEA98AA}"/>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The goggles and telemetry radio do not automatically feed laptop video</a:t>
            </a:r>
          </a:p>
        </p:txBody>
      </p:sp>
      <p:sp>
        <p:nvSpPr>
          <p:cNvPr id="5" name="footer">
            <a:extLst xmlns:a="http://schemas.openxmlformats.org/drawingml/2006/main">
              <a:ext uri="{FF2B5EF4-FFF2-40B4-BE49-F238E27FC236}">
                <a16:creationId xmlns:a16="http://schemas.microsoft.com/office/drawing/2014/main" id="{BC6B37DD-5C72-4F1F-95B6-F5054C99F702}"/>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C34D6E3B-8AA3-4CD9-8D79-2593C41A6031}"/>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20 / 38</a:t>
            </a:r>
          </a:p>
        </p:txBody>
      </p:sp>
      <p:sp>
        <p:nvSpPr>
          <p:cNvPr id="7" name="point-index">
            <a:extLst xmlns:a="http://schemas.openxmlformats.org/drawingml/2006/main">
              <a:ext uri="{FF2B5EF4-FFF2-40B4-BE49-F238E27FC236}">
                <a16:creationId xmlns:a16="http://schemas.microsoft.com/office/drawing/2014/main" id="{10F55DF6-4C44-491A-96FB-65B9EE292B56}"/>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24D90174-7BE1-439D-AFF4-3A2B842F81A8}"/>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Route A: analog VTX -&gt; 5.8 GHz USB/UVC receiver -&gt; laptop.</a:t>
            </a:r>
          </a:p>
        </p:txBody>
      </p:sp>
      <p:sp>
        <p:nvSpPr>
          <p:cNvPr id="9" name="point-index">
            <a:extLst xmlns:a="http://schemas.openxmlformats.org/drawingml/2006/main">
              <a:ext uri="{FF2B5EF4-FFF2-40B4-BE49-F238E27FC236}">
                <a16:creationId xmlns:a16="http://schemas.microsoft.com/office/drawing/2014/main" id="{5E109808-C6BF-4E38-8EB1-AC823AD78B82}"/>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51AB9CFD-EACE-4647-A93F-5EC1E31B5B2E}"/>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Route B: analog VTX -&gt; RC805 -&gt; composite USB capture -&gt; laptop.</a:t>
            </a:r>
          </a:p>
        </p:txBody>
      </p:sp>
      <p:sp>
        <p:nvSpPr>
          <p:cNvPr id="11" name="point-index">
            <a:extLst xmlns:a="http://schemas.openxmlformats.org/drawingml/2006/main">
              <a:ext uri="{FF2B5EF4-FFF2-40B4-BE49-F238E27FC236}">
                <a16:creationId xmlns:a16="http://schemas.microsoft.com/office/drawing/2014/main" id="{9DA9B63D-31A2-4378-9406-5F446F5B6376}"/>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7AB2B599-EF96-48D7-A663-4902F4540E10}"/>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receiver frequency must match the VTX; RC805 only supports its listed eight channels.</a:t>
            </a:r>
          </a:p>
        </p:txBody>
      </p:sp>
      <p:sp>
        <p:nvSpPr>
          <p:cNvPr id="13" name="point-index">
            <a:extLst xmlns:a="http://schemas.openxmlformats.org/drawingml/2006/main">
              <a:ext uri="{FF2B5EF4-FFF2-40B4-BE49-F238E27FC236}">
                <a16:creationId xmlns:a16="http://schemas.microsoft.com/office/drawing/2014/main" id="{565F22E7-B983-4B08-BF2E-C970A94C61B0}"/>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612777B9-25F8-40B9-AB3F-76E339C22211}"/>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 goggles memory-card slot is not a live USB video output.</a:t>
            </a:r>
          </a:p>
        </p:txBody>
      </p:sp>
    </p:spTree>
    <p:extLst>
      <p:ext uri="{BB962C8B-B14F-4D97-AF65-F5344CB8AC3E}">
        <p14:creationId xmlns:p14="http://schemas.microsoft.com/office/powerpoint/2010/main" val="2896197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804D4E1A-474F-4C94-AF8E-8FC9B9139441}"/>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20</a:t>
            </a:r>
          </a:p>
        </p:txBody>
      </p:sp>
      <p:sp>
        <p:nvSpPr>
          <p:cNvPr id="3" name="title">
            <a:extLst xmlns:a="http://schemas.openxmlformats.org/drawingml/2006/main">
              <a:ext uri="{FF2B5EF4-FFF2-40B4-BE49-F238E27FC236}">
                <a16:creationId xmlns:a16="http://schemas.microsoft.com/office/drawing/2014/main" id="{58915202-308F-408F-A336-75C334087C18}"/>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Video formats and timing</a:t>
            </a:r>
          </a:p>
        </p:txBody>
      </p:sp>
      <p:sp>
        <p:nvSpPr>
          <p:cNvPr id="4" name="summary">
            <a:extLst xmlns:a="http://schemas.openxmlformats.org/drawingml/2006/main">
              <a:ext uri="{FF2B5EF4-FFF2-40B4-BE49-F238E27FC236}">
                <a16:creationId xmlns:a16="http://schemas.microsoft.com/office/drawing/2014/main" id="{401ECE8D-7218-43F5-9984-DA736C414C0B}"/>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Preserve source information and measure complete latency</a:t>
            </a:r>
          </a:p>
        </p:txBody>
      </p:sp>
      <p:sp>
        <p:nvSpPr>
          <p:cNvPr id="5" name="footer">
            <a:extLst xmlns:a="http://schemas.openxmlformats.org/drawingml/2006/main">
              <a:ext uri="{FF2B5EF4-FFF2-40B4-BE49-F238E27FC236}">
                <a16:creationId xmlns:a16="http://schemas.microsoft.com/office/drawing/2014/main" id="{AA33C2A4-FD55-43FF-B6AB-AEAB7B78CEE3}"/>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E94149EA-BECB-4CB3-9000-B0EE70B67348}"/>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21 / 38</a:t>
            </a:r>
          </a:p>
        </p:txBody>
      </p:sp>
      <p:sp>
        <p:nvSpPr>
          <p:cNvPr id="7" name="point-index">
            <a:extLst xmlns:a="http://schemas.openxmlformats.org/drawingml/2006/main">
              <a:ext uri="{FF2B5EF4-FFF2-40B4-BE49-F238E27FC236}">
                <a16:creationId xmlns:a16="http://schemas.microsoft.com/office/drawing/2014/main" id="{129559A5-4CDE-483B-BBBA-8984B5580510}"/>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8CF17545-D787-4FB5-ACB8-83757D97126F}"/>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analog path has RF, capture, decode, inference and display delays.</a:t>
            </a:r>
          </a:p>
        </p:txBody>
      </p:sp>
      <p:sp>
        <p:nvSpPr>
          <p:cNvPr id="9" name="point-index">
            <a:extLst xmlns:a="http://schemas.openxmlformats.org/drawingml/2006/main">
              <a:ext uri="{FF2B5EF4-FFF2-40B4-BE49-F238E27FC236}">
                <a16:creationId xmlns:a16="http://schemas.microsoft.com/office/drawing/2014/main" id="{3E9F69B9-DBD2-4DC0-B5C3-1896339DFAF3}"/>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DC87A9CB-94DC-4EFF-BF4A-2BC8FC83A395}"/>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Use the detector result on its corresponding frame; avoid drawing stale boxes on a newer frame.</a:t>
            </a:r>
          </a:p>
        </p:txBody>
      </p:sp>
      <p:sp>
        <p:nvSpPr>
          <p:cNvPr id="11" name="point-index">
            <a:extLst xmlns:a="http://schemas.openxmlformats.org/drawingml/2006/main">
              <a:ext uri="{FF2B5EF4-FFF2-40B4-BE49-F238E27FC236}">
                <a16:creationId xmlns:a16="http://schemas.microsoft.com/office/drawing/2014/main" id="{A3913E1A-0B35-4761-841D-52E964776BBD}"/>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4938992F-A431-4B5E-ACA3-99D88B656AE4}"/>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Uploaded clips provide repeatable tests before a live receiver is available.</a:t>
            </a:r>
          </a:p>
        </p:txBody>
      </p:sp>
      <p:sp>
        <p:nvSpPr>
          <p:cNvPr id="13" name="point-index">
            <a:extLst xmlns:a="http://schemas.openxmlformats.org/drawingml/2006/main">
              <a:ext uri="{FF2B5EF4-FFF2-40B4-BE49-F238E27FC236}">
                <a16:creationId xmlns:a16="http://schemas.microsoft.com/office/drawing/2014/main" id="{6AFD7E63-BD38-4C36-9936-0ADA358063DD}"/>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EDAAAFEF-FA5A-4928-AA93-FC75D596F20E}"/>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CPU processing throughput is not the same as end-to-end video latency.</a:t>
            </a:r>
          </a:p>
        </p:txBody>
      </p:sp>
    </p:spTree>
    <p:extLst>
      <p:ext uri="{BB962C8B-B14F-4D97-AF65-F5344CB8AC3E}">
        <p14:creationId xmlns:p14="http://schemas.microsoft.com/office/powerpoint/2010/main" val="2110996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08CCE5D8-245D-415C-9149-E0AA0DDB5F28}"/>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21</a:t>
            </a:r>
          </a:p>
        </p:txBody>
      </p:sp>
      <p:sp>
        <p:nvSpPr>
          <p:cNvPr id="3" name="title">
            <a:extLst xmlns:a="http://schemas.openxmlformats.org/drawingml/2006/main">
              <a:ext uri="{FF2B5EF4-FFF2-40B4-BE49-F238E27FC236}">
                <a16:creationId xmlns:a16="http://schemas.microsoft.com/office/drawing/2014/main" id="{610427E3-A406-45CC-B858-AD9E8AFA05F4}"/>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UML use cases and operator roles</a:t>
            </a:r>
          </a:p>
        </p:txBody>
      </p:sp>
      <p:sp>
        <p:nvSpPr>
          <p:cNvPr id="4" name="summary">
            <a:extLst xmlns:a="http://schemas.openxmlformats.org/drawingml/2006/main">
              <a:ext uri="{FF2B5EF4-FFF2-40B4-BE49-F238E27FC236}">
                <a16:creationId xmlns:a16="http://schemas.microsoft.com/office/drawing/2014/main" id="{AFC6A715-486F-4F6C-B5A6-0CBB89C78FDD}"/>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Pilot and rescue operator have distinct responsibilities</a:t>
            </a:r>
          </a:p>
        </p:txBody>
      </p:sp>
      <p:sp>
        <p:nvSpPr>
          <p:cNvPr id="5" name="footer">
            <a:extLst xmlns:a="http://schemas.openxmlformats.org/drawingml/2006/main">
              <a:ext uri="{FF2B5EF4-FFF2-40B4-BE49-F238E27FC236}">
                <a16:creationId xmlns:a16="http://schemas.microsoft.com/office/drawing/2014/main" id="{57352967-3CED-4CF5-BA87-C231B2A48B50}"/>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00A37DAF-B7BA-4536-95B8-68FB25799D71}"/>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22 / 38</a:t>
            </a:r>
          </a:p>
        </p:txBody>
      </p:sp>
      <p:sp>
        <p:nvSpPr>
          <p:cNvPr id="7" name="relationship">
            <a:extLst xmlns:a="http://schemas.openxmlformats.org/drawingml/2006/main">
              <a:ext uri="{FF2B5EF4-FFF2-40B4-BE49-F238E27FC236}">
                <a16:creationId xmlns:a16="http://schemas.microsoft.com/office/drawing/2014/main" id="{C2B2468A-20F0-41CC-9837-7E41F9E55F24}"/>
              </a:ext>
            </a:extLst>
          </p:cNvPr>
          <p:cNvSpPr>
            <a:spLocks xmlns:a="http://schemas.openxmlformats.org/drawingml/2006/main" noGrp="1"/>
          </p:cNvSpPr>
          <p:nvPr/>
        </p:nvSpPr>
        <p:spPr>
          <a:xfrm xmlns:a="http://schemas.openxmlformats.org/drawingml/2006/main">
            <a:off x="2700338" y="2111883"/>
            <a:ext cx="733425" cy="1478566"/>
          </a:xfrm>
          <a:custGeom xmlns:a="http://schemas.openxmlformats.org/drawingml/2006/main">
            <a:pathLst>
              <a:path w="733425" h="1478566">
                <a:moveTo>
                  <a:pt x="0" y="1478566"/>
                </a:moveTo>
                <a:lnTo>
                  <a:pt x="733425"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4A46B3F2-29DD-4F73-8D80-9C658B9105B5}"/>
              </a:ext>
            </a:extLst>
          </p:cNvPr>
          <p:cNvSpPr>
            <a:spLocks xmlns:a="http://schemas.openxmlformats.org/drawingml/2006/main" noGrp="1"/>
          </p:cNvSpPr>
          <p:nvPr/>
        </p:nvSpPr>
        <p:spPr>
          <a:xfrm xmlns:a="http://schemas.openxmlformats.org/drawingml/2006/main">
            <a:off x="3432765" y="2111883"/>
            <a:ext cx="9525" cy="95245"/>
          </a:xfrm>
          <a:custGeom xmlns:a="http://schemas.openxmlformats.org/drawingml/2006/main">
            <a:pathLst>
              <a:path w="9525" h="95245">
                <a:moveTo>
                  <a:pt x="998" y="0"/>
                </a:moveTo>
                <a:lnTo>
                  <a:pt x="0" y="95245"/>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40B55C94-82BF-4E18-BDE9-81ED660B0244}"/>
              </a:ext>
            </a:extLst>
          </p:cNvPr>
          <p:cNvSpPr>
            <a:spLocks xmlns:a="http://schemas.openxmlformats.org/drawingml/2006/main" noGrp="1"/>
          </p:cNvSpPr>
          <p:nvPr/>
        </p:nvSpPr>
        <p:spPr>
          <a:xfrm xmlns:a="http://schemas.openxmlformats.org/drawingml/2006/main">
            <a:off x="3358535" y="2111883"/>
            <a:ext cx="75228" cy="58424"/>
          </a:xfrm>
          <a:custGeom xmlns:a="http://schemas.openxmlformats.org/drawingml/2006/main">
            <a:pathLst>
              <a:path w="75228" h="58424">
                <a:moveTo>
                  <a:pt x="75228" y="0"/>
                </a:moveTo>
                <a:lnTo>
                  <a:pt x="0" y="58424"/>
                </a:lnTo>
              </a:path>
            </a:pathLst>
          </a:custGeom>
          <a:noFill xmlns:a="http://schemas.openxmlformats.org/drawingml/2006/main"/>
          <a:ln xmlns:a="http://schemas.openxmlformats.org/drawingml/2006/main" w="19050">
            <a:solidFill>
              <a:srgbClr val="087E8B"/>
            </a:solidFill>
            <a:prstDash val="solid"/>
          </a:ln>
        </p:spPr>
      </p:sp>
      <p:sp>
        <p:nvSpPr>
          <p:cNvPr id="10" name="relationship">
            <a:extLst xmlns:a="http://schemas.openxmlformats.org/drawingml/2006/main">
              <a:ext uri="{FF2B5EF4-FFF2-40B4-BE49-F238E27FC236}">
                <a16:creationId xmlns:a16="http://schemas.microsoft.com/office/drawing/2014/main" id="{15A310DA-8B9B-4278-8BF3-ADE5E684FDD5}"/>
              </a:ext>
            </a:extLst>
          </p:cNvPr>
          <p:cNvSpPr>
            <a:spLocks xmlns:a="http://schemas.openxmlformats.org/drawingml/2006/main" noGrp="1"/>
          </p:cNvSpPr>
          <p:nvPr/>
        </p:nvSpPr>
        <p:spPr>
          <a:xfrm xmlns:a="http://schemas.openxmlformats.org/drawingml/2006/main">
            <a:off x="2700338" y="3590449"/>
            <a:ext cx="733425" cy="241649"/>
          </a:xfrm>
          <a:custGeom xmlns:a="http://schemas.openxmlformats.org/drawingml/2006/main">
            <a:pathLst>
              <a:path w="733425" h="241649">
                <a:moveTo>
                  <a:pt x="0" y="0"/>
                </a:moveTo>
                <a:lnTo>
                  <a:pt x="733425" y="241649"/>
                </a:lnTo>
              </a:path>
            </a:pathLst>
          </a:custGeom>
          <a:noFill xmlns:a="http://schemas.openxmlformats.org/drawingml/2006/main"/>
          <a:ln xmlns:a="http://schemas.openxmlformats.org/drawingml/2006/main" w="19050">
            <a:solidFill>
              <a:srgbClr val="087E8B"/>
            </a:solidFill>
            <a:prstDash val="solid"/>
          </a:ln>
        </p:spPr>
      </p:sp>
      <p:sp>
        <p:nvSpPr>
          <p:cNvPr id="11" name="arrow-head">
            <a:extLst xmlns:a="http://schemas.openxmlformats.org/drawingml/2006/main">
              <a:ext uri="{FF2B5EF4-FFF2-40B4-BE49-F238E27FC236}">
                <a16:creationId xmlns:a16="http://schemas.microsoft.com/office/drawing/2014/main" id="{1FA92DBB-019A-443E-B1C9-E17434E036AA}"/>
              </a:ext>
            </a:extLst>
          </p:cNvPr>
          <p:cNvSpPr>
            <a:spLocks xmlns:a="http://schemas.openxmlformats.org/drawingml/2006/main" noGrp="1"/>
          </p:cNvSpPr>
          <p:nvPr/>
        </p:nvSpPr>
        <p:spPr>
          <a:xfrm xmlns:a="http://schemas.openxmlformats.org/drawingml/2006/main">
            <a:off x="3339338" y="3832098"/>
            <a:ext cx="94425" cy="12510"/>
          </a:xfrm>
          <a:custGeom xmlns:a="http://schemas.openxmlformats.org/drawingml/2006/main">
            <a:pathLst>
              <a:path w="94425" h="12510">
                <a:moveTo>
                  <a:pt x="94425" y="0"/>
                </a:moveTo>
                <a:lnTo>
                  <a:pt x="0" y="1251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303F9D82-FBFE-4284-B9E7-5893A2E1C553}"/>
              </a:ext>
            </a:extLst>
          </p:cNvPr>
          <p:cNvSpPr>
            <a:spLocks xmlns:a="http://schemas.openxmlformats.org/drawingml/2006/main" noGrp="1"/>
          </p:cNvSpPr>
          <p:nvPr/>
        </p:nvSpPr>
        <p:spPr>
          <a:xfrm xmlns:a="http://schemas.openxmlformats.org/drawingml/2006/main">
            <a:off x="3365267" y="3765909"/>
            <a:ext cx="68495" cy="66189"/>
          </a:xfrm>
          <a:custGeom xmlns:a="http://schemas.openxmlformats.org/drawingml/2006/main">
            <a:pathLst>
              <a:path w="68495" h="66189">
                <a:moveTo>
                  <a:pt x="68495" y="66189"/>
                </a:moveTo>
                <a:lnTo>
                  <a:pt x="0" y="0"/>
                </a:lnTo>
              </a:path>
            </a:pathLst>
          </a:custGeom>
          <a:noFill xmlns:a="http://schemas.openxmlformats.org/drawingml/2006/main"/>
          <a:ln xmlns:a="http://schemas.openxmlformats.org/drawingml/2006/main" w="19050">
            <a:solidFill>
              <a:srgbClr val="087E8B"/>
            </a:solidFill>
            <a:prstDash val="solid"/>
          </a:ln>
        </p:spPr>
      </p:sp>
      <p:sp>
        <p:nvSpPr>
          <p:cNvPr id="13" name="relationship">
            <a:extLst xmlns:a="http://schemas.openxmlformats.org/drawingml/2006/main">
              <a:ext uri="{FF2B5EF4-FFF2-40B4-BE49-F238E27FC236}">
                <a16:creationId xmlns:a16="http://schemas.microsoft.com/office/drawing/2014/main" id="{6294671F-37F3-4DE9-8D36-F6BBEEAB2E61}"/>
              </a:ext>
            </a:extLst>
          </p:cNvPr>
          <p:cNvSpPr>
            <a:spLocks xmlns:a="http://schemas.openxmlformats.org/drawingml/2006/main" noGrp="1"/>
          </p:cNvSpPr>
          <p:nvPr/>
        </p:nvSpPr>
        <p:spPr>
          <a:xfrm xmlns:a="http://schemas.openxmlformats.org/drawingml/2006/main">
            <a:off x="8253413" y="2971991"/>
            <a:ext cx="1047750" cy="618458"/>
          </a:xfrm>
          <a:custGeom xmlns:a="http://schemas.openxmlformats.org/drawingml/2006/main">
            <a:pathLst>
              <a:path w="1047750" h="618458">
                <a:moveTo>
                  <a:pt x="1047750" y="618458"/>
                </a:moveTo>
                <a:lnTo>
                  <a:pt x="0" y="0"/>
                </a:lnTo>
              </a:path>
            </a:pathLst>
          </a:custGeom>
          <a:noFill xmlns:a="http://schemas.openxmlformats.org/drawingml/2006/main"/>
          <a:ln xmlns:a="http://schemas.openxmlformats.org/drawingml/2006/main" w="19050">
            <a:solidFill>
              <a:srgbClr val="087E8B"/>
            </a:solidFill>
            <a:prstDash val="solid"/>
          </a:ln>
        </p:spPr>
      </p:sp>
      <p:sp>
        <p:nvSpPr>
          <p:cNvPr id="14" name="arrow-head">
            <a:extLst xmlns:a="http://schemas.openxmlformats.org/drawingml/2006/main">
              <a:ext uri="{FF2B5EF4-FFF2-40B4-BE49-F238E27FC236}">
                <a16:creationId xmlns:a16="http://schemas.microsoft.com/office/drawing/2014/main" id="{20F5340B-BBB0-444B-96DF-B4E257C093A3}"/>
              </a:ext>
            </a:extLst>
          </p:cNvPr>
          <p:cNvSpPr>
            <a:spLocks xmlns:a="http://schemas.openxmlformats.org/drawingml/2006/main" noGrp="1"/>
          </p:cNvSpPr>
          <p:nvPr/>
        </p:nvSpPr>
        <p:spPr>
          <a:xfrm xmlns:a="http://schemas.openxmlformats.org/drawingml/2006/main">
            <a:off x="8253413" y="2971991"/>
            <a:ext cx="94920" cy="9525"/>
          </a:xfrm>
          <a:custGeom xmlns:a="http://schemas.openxmlformats.org/drawingml/2006/main">
            <a:pathLst>
              <a:path w="94920" h="9525">
                <a:moveTo>
                  <a:pt x="0" y="0"/>
                </a:moveTo>
                <a:lnTo>
                  <a:pt x="94920" y="7919"/>
                </a:lnTo>
              </a:path>
            </a:pathLst>
          </a:custGeom>
          <a:noFill xmlns:a="http://schemas.openxmlformats.org/drawingml/2006/main"/>
          <a:ln xmlns:a="http://schemas.openxmlformats.org/drawingml/2006/main" w="19050">
            <a:solidFill>
              <a:srgbClr val="087E8B"/>
            </a:solidFill>
            <a:prstDash val="solid"/>
          </a:ln>
        </p:spPr>
      </p:sp>
      <p:sp>
        <p:nvSpPr>
          <p:cNvPr id="15" name="arrow-head">
            <a:extLst xmlns:a="http://schemas.openxmlformats.org/drawingml/2006/main">
              <a:ext uri="{FF2B5EF4-FFF2-40B4-BE49-F238E27FC236}">
                <a16:creationId xmlns:a16="http://schemas.microsoft.com/office/drawing/2014/main" id="{42E6F21D-D467-476C-82FC-7D30A511DF73}"/>
              </a:ext>
            </a:extLst>
          </p:cNvPr>
          <p:cNvSpPr>
            <a:spLocks xmlns:a="http://schemas.openxmlformats.org/drawingml/2006/main" noGrp="1"/>
          </p:cNvSpPr>
          <p:nvPr/>
        </p:nvSpPr>
        <p:spPr>
          <a:xfrm xmlns:a="http://schemas.openxmlformats.org/drawingml/2006/main">
            <a:off x="8253413" y="2971991"/>
            <a:ext cx="52800" cy="79276"/>
          </a:xfrm>
          <a:custGeom xmlns:a="http://schemas.openxmlformats.org/drawingml/2006/main">
            <a:pathLst>
              <a:path w="52800" h="79276">
                <a:moveTo>
                  <a:pt x="0" y="0"/>
                </a:moveTo>
                <a:lnTo>
                  <a:pt x="52800" y="79276"/>
                </a:lnTo>
              </a:path>
            </a:pathLst>
          </a:custGeom>
          <a:noFill xmlns:a="http://schemas.openxmlformats.org/drawingml/2006/main"/>
          <a:ln xmlns:a="http://schemas.openxmlformats.org/drawingml/2006/main" w="19050">
            <a:solidFill>
              <a:srgbClr val="087E8B"/>
            </a:solidFill>
            <a:prstDash val="solid"/>
          </a:ln>
        </p:spPr>
      </p:sp>
      <p:sp>
        <p:nvSpPr>
          <p:cNvPr id="16" name="relationship">
            <a:extLst xmlns:a="http://schemas.openxmlformats.org/drawingml/2006/main">
              <a:ext uri="{FF2B5EF4-FFF2-40B4-BE49-F238E27FC236}">
                <a16:creationId xmlns:a16="http://schemas.microsoft.com/office/drawing/2014/main" id="{E8FE53A1-CFE0-423A-9147-61E4C2DE0303}"/>
              </a:ext>
            </a:extLst>
          </p:cNvPr>
          <p:cNvSpPr>
            <a:spLocks xmlns:a="http://schemas.openxmlformats.org/drawingml/2006/main" noGrp="1"/>
          </p:cNvSpPr>
          <p:nvPr/>
        </p:nvSpPr>
        <p:spPr>
          <a:xfrm xmlns:a="http://schemas.openxmlformats.org/drawingml/2006/main">
            <a:off x="8253413" y="3590449"/>
            <a:ext cx="1047750" cy="241649"/>
          </a:xfrm>
          <a:custGeom xmlns:a="http://schemas.openxmlformats.org/drawingml/2006/main">
            <a:pathLst>
              <a:path w="1047750" h="241649">
                <a:moveTo>
                  <a:pt x="1047750" y="0"/>
                </a:moveTo>
                <a:lnTo>
                  <a:pt x="0" y="241649"/>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AADEFB88-2630-470B-98B8-00EE2926504D}"/>
              </a:ext>
            </a:extLst>
          </p:cNvPr>
          <p:cNvSpPr>
            <a:spLocks xmlns:a="http://schemas.openxmlformats.org/drawingml/2006/main" noGrp="1"/>
          </p:cNvSpPr>
          <p:nvPr/>
        </p:nvSpPr>
        <p:spPr>
          <a:xfrm xmlns:a="http://schemas.openxmlformats.org/drawingml/2006/main">
            <a:off x="8253413" y="3772452"/>
            <a:ext cx="74263" cy="59646"/>
          </a:xfrm>
          <a:custGeom xmlns:a="http://schemas.openxmlformats.org/drawingml/2006/main">
            <a:pathLst>
              <a:path w="74263" h="59646">
                <a:moveTo>
                  <a:pt x="0" y="59646"/>
                </a:moveTo>
                <a:lnTo>
                  <a:pt x="74263" y="0"/>
                </a:lnTo>
              </a:path>
            </a:pathLst>
          </a:custGeom>
          <a:noFill xmlns:a="http://schemas.openxmlformats.org/drawingml/2006/main"/>
          <a:ln xmlns:a="http://schemas.openxmlformats.org/drawingml/2006/main" w="19050">
            <a:solidFill>
              <a:srgbClr val="087E8B"/>
            </a:solidFill>
            <a:prstDash val="solid"/>
          </a:ln>
        </p:spPr>
      </p:sp>
      <p:sp>
        <p:nvSpPr>
          <p:cNvPr id="18" name="arrow-head">
            <a:extLst xmlns:a="http://schemas.openxmlformats.org/drawingml/2006/main">
              <a:ext uri="{FF2B5EF4-FFF2-40B4-BE49-F238E27FC236}">
                <a16:creationId xmlns:a16="http://schemas.microsoft.com/office/drawing/2014/main" id="{7AD5B27D-DEEA-4B2F-953C-1B40F0B87DDB}"/>
              </a:ext>
            </a:extLst>
          </p:cNvPr>
          <p:cNvSpPr>
            <a:spLocks xmlns:a="http://schemas.openxmlformats.org/drawingml/2006/main" noGrp="1"/>
          </p:cNvSpPr>
          <p:nvPr/>
        </p:nvSpPr>
        <p:spPr>
          <a:xfrm xmlns:a="http://schemas.openxmlformats.org/drawingml/2006/main">
            <a:off x="8253413" y="3832098"/>
            <a:ext cx="92885" cy="21096"/>
          </a:xfrm>
          <a:custGeom xmlns:a="http://schemas.openxmlformats.org/drawingml/2006/main">
            <a:pathLst>
              <a:path w="92885" h="21096">
                <a:moveTo>
                  <a:pt x="0" y="0"/>
                </a:moveTo>
                <a:lnTo>
                  <a:pt x="92885" y="21096"/>
                </a:lnTo>
              </a:path>
            </a:pathLst>
          </a:custGeom>
          <a:noFill xmlns:a="http://schemas.openxmlformats.org/drawingml/2006/main"/>
          <a:ln xmlns:a="http://schemas.openxmlformats.org/drawingml/2006/main" w="19050">
            <a:solidFill>
              <a:srgbClr val="087E8B"/>
            </a:solidFill>
            <a:prstDash val="solid"/>
          </a:ln>
        </p:spPr>
      </p:sp>
      <p:sp>
        <p:nvSpPr>
          <p:cNvPr id="19" name="relationship">
            <a:extLst xmlns:a="http://schemas.openxmlformats.org/drawingml/2006/main">
              <a:ext uri="{FF2B5EF4-FFF2-40B4-BE49-F238E27FC236}">
                <a16:creationId xmlns:a16="http://schemas.microsoft.com/office/drawing/2014/main" id="{14699C63-207C-4B92-905E-F2B10E2C4CC8}"/>
              </a:ext>
            </a:extLst>
          </p:cNvPr>
          <p:cNvSpPr>
            <a:spLocks xmlns:a="http://schemas.openxmlformats.org/drawingml/2006/main" noGrp="1"/>
          </p:cNvSpPr>
          <p:nvPr/>
        </p:nvSpPr>
        <p:spPr>
          <a:xfrm xmlns:a="http://schemas.openxmlformats.org/drawingml/2006/main">
            <a:off x="8253413" y="3590449"/>
            <a:ext cx="1047750" cy="1101757"/>
          </a:xfrm>
          <a:custGeom xmlns:a="http://schemas.openxmlformats.org/drawingml/2006/main">
            <a:pathLst>
              <a:path w="1047750" h="1101757">
                <a:moveTo>
                  <a:pt x="1047750" y="0"/>
                </a:moveTo>
                <a:lnTo>
                  <a:pt x="0" y="1101757"/>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7D46F9F2-9BB5-422D-A292-20F9B831052B}"/>
              </a:ext>
            </a:extLst>
          </p:cNvPr>
          <p:cNvSpPr>
            <a:spLocks xmlns:a="http://schemas.openxmlformats.org/drawingml/2006/main" noGrp="1"/>
          </p:cNvSpPr>
          <p:nvPr/>
        </p:nvSpPr>
        <p:spPr>
          <a:xfrm xmlns:a="http://schemas.openxmlformats.org/drawingml/2006/main">
            <a:off x="8253413" y="4601504"/>
            <a:ext cx="29082" cy="90702"/>
          </a:xfrm>
          <a:custGeom xmlns:a="http://schemas.openxmlformats.org/drawingml/2006/main">
            <a:pathLst>
              <a:path w="29082" h="90702">
                <a:moveTo>
                  <a:pt x="0" y="90702"/>
                </a:moveTo>
                <a:lnTo>
                  <a:pt x="29082" y="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56BFC06D-6880-4999-A946-CF8280F21817}"/>
              </a:ext>
            </a:extLst>
          </p:cNvPr>
          <p:cNvSpPr>
            <a:spLocks xmlns:a="http://schemas.openxmlformats.org/drawingml/2006/main" noGrp="1"/>
          </p:cNvSpPr>
          <p:nvPr/>
        </p:nvSpPr>
        <p:spPr>
          <a:xfrm xmlns:a="http://schemas.openxmlformats.org/drawingml/2006/main">
            <a:off x="8253413" y="4658605"/>
            <a:ext cx="89127" cy="33600"/>
          </a:xfrm>
          <a:custGeom xmlns:a="http://schemas.openxmlformats.org/drawingml/2006/main">
            <a:pathLst>
              <a:path w="89127" h="33600">
                <a:moveTo>
                  <a:pt x="0" y="33600"/>
                </a:moveTo>
                <a:lnTo>
                  <a:pt x="89127" y="0"/>
                </a:lnTo>
              </a:path>
            </a:pathLst>
          </a:custGeom>
          <a:noFill xmlns:a="http://schemas.openxmlformats.org/drawingml/2006/main"/>
          <a:ln xmlns:a="http://schemas.openxmlformats.org/drawingml/2006/main" w="19050">
            <a:solidFill>
              <a:srgbClr val="087E8B"/>
            </a:solidFill>
            <a:prstDash val="solid"/>
          </a:ln>
        </p:spPr>
      </p:sp>
      <p:sp>
        <p:nvSpPr>
          <p:cNvPr id="22" name="pilot">
            <a:extLst xmlns:a="http://schemas.openxmlformats.org/drawingml/2006/main">
              <a:ext uri="{FF2B5EF4-FFF2-40B4-BE49-F238E27FC236}">
                <a16:creationId xmlns:a16="http://schemas.microsoft.com/office/drawing/2014/main" id="{46A07FFD-BDC0-4F04-B35A-0D77E2C28399}"/>
              </a:ext>
            </a:extLst>
          </p:cNvPr>
          <p:cNvSpPr>
            <a:spLocks xmlns:a="http://schemas.openxmlformats.org/drawingml/2006/main" noGrp="1"/>
          </p:cNvSpPr>
          <p:nvPr/>
        </p:nvSpPr>
        <p:spPr>
          <a:xfrm xmlns:a="http://schemas.openxmlformats.org/drawingml/2006/main">
            <a:off x="919163" y="3201353"/>
            <a:ext cx="1781175"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3" name="pilot-label">
            <a:extLst xmlns:a="http://schemas.openxmlformats.org/drawingml/2006/main">
              <a:ext uri="{FF2B5EF4-FFF2-40B4-BE49-F238E27FC236}">
                <a16:creationId xmlns:a16="http://schemas.microsoft.com/office/drawing/2014/main" id="{41AF50C1-FEEA-4224-948C-AE9124CECABE}"/>
              </a:ext>
            </a:extLst>
          </p:cNvPr>
          <p:cNvSpPr>
            <a:spLocks xmlns:a="http://schemas.openxmlformats.org/drawingml/2006/main" noGrp="1"/>
          </p:cNvSpPr>
          <p:nvPr/>
        </p:nvSpPr>
        <p:spPr>
          <a:xfrm xmlns:a="http://schemas.openxmlformats.org/drawingml/2006/main">
            <a:off x="995363" y="3239453"/>
            <a:ext cx="1628775"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0">
                <a:solidFill>
                  <a:srgbClr val="132C46"/>
                </a:solidFill>
                <a:latin typeface="Arial"/>
                <a:ea typeface="Arial"/>
                <a:cs typeface="Arial"/>
              </a:defRPr>
            </a:defPPr>
            <a:lvl1pPr algn="ctr">
              <a:defRPr sz="1425" b="0">
                <a:solidFill>
                  <a:srgbClr val="132C46"/>
                </a:solidFill>
                <a:latin typeface="Arial"/>
                <a:ea typeface="Arial"/>
                <a:cs typeface="Arial"/>
              </a:defRPr>
            </a:lvl1pPr>
            <a:lvl2pPr algn="ctr">
              <a:defRPr sz="1425" b="0">
                <a:solidFill>
                  <a:srgbClr val="132C46"/>
                </a:solidFill>
                <a:latin typeface="Arial"/>
                <a:ea typeface="Arial"/>
                <a:cs typeface="Arial"/>
              </a:defRPr>
            </a:lvl2pPr>
            <a:lvl3pPr algn="ctr">
              <a:defRPr sz="1425" b="0">
                <a:solidFill>
                  <a:srgbClr val="132C46"/>
                </a:solidFill>
                <a:latin typeface="Arial"/>
                <a:ea typeface="Arial"/>
                <a:cs typeface="Arial"/>
              </a:defRPr>
            </a:lvl3pPr>
            <a:lvl4pPr algn="ctr">
              <a:defRPr sz="1425" b="0">
                <a:solidFill>
                  <a:srgbClr val="132C46"/>
                </a:solidFill>
                <a:latin typeface="Arial"/>
                <a:ea typeface="Arial"/>
                <a:cs typeface="Arial"/>
              </a:defRPr>
            </a:lvl4pPr>
            <a:lvl5pPr algn="ctr">
              <a:defRPr sz="1425" b="0">
                <a:solidFill>
                  <a:srgbClr val="132C46"/>
                </a:solidFill>
                <a:latin typeface="Arial"/>
                <a:ea typeface="Arial"/>
                <a:cs typeface="Arial"/>
              </a:defRPr>
            </a:lvl5pPr>
            <a:lvl6pPr algn="ctr">
              <a:defRPr sz="1425" b="0">
                <a:solidFill>
                  <a:srgbClr val="132C46"/>
                </a:solidFill>
                <a:latin typeface="Arial"/>
                <a:ea typeface="Arial"/>
                <a:cs typeface="Arial"/>
              </a:defRPr>
            </a:lvl6pPr>
            <a:lvl7pPr algn="ctr">
              <a:defRPr sz="1425" b="0">
                <a:solidFill>
                  <a:srgbClr val="132C46"/>
                </a:solidFill>
                <a:latin typeface="Arial"/>
                <a:ea typeface="Arial"/>
                <a:cs typeface="Arial"/>
              </a:defRPr>
            </a:lvl7pPr>
            <a:lvl8pPr algn="ctr">
              <a:defRPr sz="1425" b="0">
                <a:solidFill>
                  <a:srgbClr val="132C46"/>
                </a:solidFill>
                <a:latin typeface="Arial"/>
                <a:ea typeface="Arial"/>
                <a:cs typeface="Arial"/>
              </a:defRPr>
            </a:lvl8pPr>
            <a:lvl9pPr algn="ctr">
              <a:defRPr sz="1425" b="0">
                <a:solidFill>
                  <a:srgbClr val="132C46"/>
                </a:solidFill>
                <a:latin typeface="Arial"/>
                <a:ea typeface="Arial"/>
                <a:cs typeface="Arial"/>
              </a:defRPr>
            </a:lvl9pPr>
          </a:lstStyle>
          <a:p xmlns:a="http://schemas.openxmlformats.org/drawingml/2006/main">
            <a:pPr algn="ctr">
              <a:defRPr sz="1425" b="0">
                <a:solidFill>
                  <a:srgbClr val="132C46"/>
                </a:solidFill>
                <a:latin typeface="Arial"/>
                <a:ea typeface="Arial"/>
                <a:cs typeface="Arial"/>
              </a:defRPr>
            </a:pPr>
            <a:r>
              <a:rPr sz="1425" b="0">
                <a:solidFill>
                  <a:srgbClr val="132C46"/>
                </a:solidFill>
                <a:latin typeface="Arial"/>
                <a:ea typeface="Arial"/>
                <a:cs typeface="Arial"/>
              </a:rPr>
              <a:t>Pilot</a:t>
            </a:r>
          </a:p>
          <a:p xmlns:a="http://schemas.openxmlformats.org/drawingml/2006/main">
            <a:pPr algn="ctr">
              <a:defRPr sz="1425" b="0">
                <a:solidFill>
                  <a:srgbClr val="132C46"/>
                </a:solidFill>
                <a:latin typeface="Arial"/>
                <a:ea typeface="Arial"/>
                <a:cs typeface="Arial"/>
              </a:defRPr>
            </a:pPr>
            <a:r>
              <a:rPr sz="1425" b="0">
                <a:solidFill>
                  <a:srgbClr val="132C46"/>
                </a:solidFill>
                <a:latin typeface="Arial"/>
                <a:ea typeface="Arial"/>
                <a:cs typeface="Arial"/>
              </a:rPr>
              <a:t>manual authority</a:t>
            </a:r>
          </a:p>
        </p:txBody>
      </p:sp>
      <p:sp>
        <p:nvSpPr>
          <p:cNvPr id="24" name="op">
            <a:extLst xmlns:a="http://schemas.openxmlformats.org/drawingml/2006/main">
              <a:ext uri="{FF2B5EF4-FFF2-40B4-BE49-F238E27FC236}">
                <a16:creationId xmlns:a16="http://schemas.microsoft.com/office/drawing/2014/main" id="{E82FB735-EE87-45C2-97BF-5811D139EBE7}"/>
              </a:ext>
            </a:extLst>
          </p:cNvPr>
          <p:cNvSpPr>
            <a:spLocks xmlns:a="http://schemas.openxmlformats.org/drawingml/2006/main" noGrp="1"/>
          </p:cNvSpPr>
          <p:nvPr/>
        </p:nvSpPr>
        <p:spPr>
          <a:xfrm xmlns:a="http://schemas.openxmlformats.org/drawingml/2006/main">
            <a:off x="9301163" y="3201353"/>
            <a:ext cx="1781175"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5" name="op-label">
            <a:extLst xmlns:a="http://schemas.openxmlformats.org/drawingml/2006/main">
              <a:ext uri="{FF2B5EF4-FFF2-40B4-BE49-F238E27FC236}">
                <a16:creationId xmlns:a16="http://schemas.microsoft.com/office/drawing/2014/main" id="{8284D059-A060-42DB-925D-36647D12CA47}"/>
              </a:ext>
            </a:extLst>
          </p:cNvPr>
          <p:cNvSpPr>
            <a:spLocks xmlns:a="http://schemas.openxmlformats.org/drawingml/2006/main" noGrp="1"/>
          </p:cNvSpPr>
          <p:nvPr/>
        </p:nvSpPr>
        <p:spPr>
          <a:xfrm xmlns:a="http://schemas.openxmlformats.org/drawingml/2006/main">
            <a:off x="9377363" y="3239453"/>
            <a:ext cx="1628775"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0">
                <a:solidFill>
                  <a:srgbClr val="132C46"/>
                </a:solidFill>
                <a:latin typeface="Arial"/>
                <a:ea typeface="Arial"/>
                <a:cs typeface="Arial"/>
              </a:defRPr>
            </a:defPPr>
            <a:lvl1pPr algn="ctr">
              <a:defRPr sz="1425" b="0">
                <a:solidFill>
                  <a:srgbClr val="132C46"/>
                </a:solidFill>
                <a:latin typeface="Arial"/>
                <a:ea typeface="Arial"/>
                <a:cs typeface="Arial"/>
              </a:defRPr>
            </a:lvl1pPr>
            <a:lvl2pPr algn="ctr">
              <a:defRPr sz="1425" b="0">
                <a:solidFill>
                  <a:srgbClr val="132C46"/>
                </a:solidFill>
                <a:latin typeface="Arial"/>
                <a:ea typeface="Arial"/>
                <a:cs typeface="Arial"/>
              </a:defRPr>
            </a:lvl2pPr>
            <a:lvl3pPr algn="ctr">
              <a:defRPr sz="1425" b="0">
                <a:solidFill>
                  <a:srgbClr val="132C46"/>
                </a:solidFill>
                <a:latin typeface="Arial"/>
                <a:ea typeface="Arial"/>
                <a:cs typeface="Arial"/>
              </a:defRPr>
            </a:lvl3pPr>
            <a:lvl4pPr algn="ctr">
              <a:defRPr sz="1425" b="0">
                <a:solidFill>
                  <a:srgbClr val="132C46"/>
                </a:solidFill>
                <a:latin typeface="Arial"/>
                <a:ea typeface="Arial"/>
                <a:cs typeface="Arial"/>
              </a:defRPr>
            </a:lvl4pPr>
            <a:lvl5pPr algn="ctr">
              <a:defRPr sz="1425" b="0">
                <a:solidFill>
                  <a:srgbClr val="132C46"/>
                </a:solidFill>
                <a:latin typeface="Arial"/>
                <a:ea typeface="Arial"/>
                <a:cs typeface="Arial"/>
              </a:defRPr>
            </a:lvl5pPr>
            <a:lvl6pPr algn="ctr">
              <a:defRPr sz="1425" b="0">
                <a:solidFill>
                  <a:srgbClr val="132C46"/>
                </a:solidFill>
                <a:latin typeface="Arial"/>
                <a:ea typeface="Arial"/>
                <a:cs typeface="Arial"/>
              </a:defRPr>
            </a:lvl6pPr>
            <a:lvl7pPr algn="ctr">
              <a:defRPr sz="1425" b="0">
                <a:solidFill>
                  <a:srgbClr val="132C46"/>
                </a:solidFill>
                <a:latin typeface="Arial"/>
                <a:ea typeface="Arial"/>
                <a:cs typeface="Arial"/>
              </a:defRPr>
            </a:lvl7pPr>
            <a:lvl8pPr algn="ctr">
              <a:defRPr sz="1425" b="0">
                <a:solidFill>
                  <a:srgbClr val="132C46"/>
                </a:solidFill>
                <a:latin typeface="Arial"/>
                <a:ea typeface="Arial"/>
                <a:cs typeface="Arial"/>
              </a:defRPr>
            </a:lvl8pPr>
            <a:lvl9pPr algn="ctr">
              <a:defRPr sz="1425" b="0">
                <a:solidFill>
                  <a:srgbClr val="132C46"/>
                </a:solidFill>
                <a:latin typeface="Arial"/>
                <a:ea typeface="Arial"/>
                <a:cs typeface="Arial"/>
              </a:defRPr>
            </a:lvl9pPr>
          </a:lstStyle>
          <a:p xmlns:a="http://schemas.openxmlformats.org/drawingml/2006/main">
            <a:pPr algn="ctr">
              <a:defRPr sz="1425" b="0">
                <a:solidFill>
                  <a:srgbClr val="132C46"/>
                </a:solidFill>
                <a:latin typeface="Arial"/>
                <a:ea typeface="Arial"/>
                <a:cs typeface="Arial"/>
              </a:defRPr>
            </a:pPr>
            <a:r>
              <a:rPr sz="1425" b="0">
                <a:solidFill>
                  <a:srgbClr val="132C46"/>
                </a:solidFill>
                <a:latin typeface="Arial"/>
                <a:ea typeface="Arial"/>
                <a:cs typeface="Arial"/>
              </a:rPr>
              <a:t>Rescue operator</a:t>
            </a:r>
          </a:p>
          <a:p xmlns:a="http://schemas.openxmlformats.org/drawingml/2006/main">
            <a:pPr algn="ctr">
              <a:defRPr sz="1425" b="0">
                <a:solidFill>
                  <a:srgbClr val="132C46"/>
                </a:solidFill>
                <a:latin typeface="Arial"/>
                <a:ea typeface="Arial"/>
                <a:cs typeface="Arial"/>
              </a:defRPr>
            </a:pPr>
            <a:r>
              <a:rPr sz="1425" b="0">
                <a:solidFill>
                  <a:srgbClr val="132C46"/>
                </a:solidFill>
                <a:latin typeface="Arial"/>
                <a:ea typeface="Arial"/>
                <a:cs typeface="Arial"/>
              </a:rPr>
              <a:t>review authority</a:t>
            </a:r>
          </a:p>
        </p:txBody>
      </p:sp>
      <p:sp>
        <p:nvSpPr>
          <p:cNvPr id="26" name="manual">
            <a:extLst xmlns:a="http://schemas.openxmlformats.org/drawingml/2006/main">
              <a:ext uri="{FF2B5EF4-FFF2-40B4-BE49-F238E27FC236}">
                <a16:creationId xmlns:a16="http://schemas.microsoft.com/office/drawing/2014/main" id="{DF29D6EA-762C-4779-B8D7-5D3CB8C0DAD3}"/>
              </a:ext>
            </a:extLst>
          </p:cNvPr>
          <p:cNvSpPr>
            <a:spLocks xmlns:a="http://schemas.openxmlformats.org/drawingml/2006/main" noGrp="1"/>
          </p:cNvSpPr>
          <p:nvPr/>
        </p:nvSpPr>
        <p:spPr>
          <a:xfrm xmlns:a="http://schemas.openxmlformats.org/drawingml/2006/main">
            <a:off x="3433763" y="1849755"/>
            <a:ext cx="4819650" cy="524256"/>
          </a:xfrm>
          <a:prstGeom xmlns:a="http://schemas.openxmlformats.org/drawingml/2006/main" prst="ellipse">
            <a:avLst/>
          </a:prstGeom>
          <a:solidFill xmlns:a="http://schemas.openxmlformats.org/drawingml/2006/main">
            <a:srgbClr val="EDF5F7"/>
          </a:solidFill>
          <a:ln xmlns:a="http://schemas.openxmlformats.org/drawingml/2006/main" w="14288">
            <a:solidFill>
              <a:srgbClr val="132C46"/>
            </a:solidFill>
          </a:ln>
        </p:spPr>
      </p:sp>
      <p:sp>
        <p:nvSpPr>
          <p:cNvPr id="27" name="manual-label">
            <a:extLst xmlns:a="http://schemas.openxmlformats.org/drawingml/2006/main">
              <a:ext uri="{FF2B5EF4-FFF2-40B4-BE49-F238E27FC236}">
                <a16:creationId xmlns:a16="http://schemas.microsoft.com/office/drawing/2014/main" id="{739022A3-C34F-4D59-9095-E9397F3EDF99}"/>
              </a:ext>
            </a:extLst>
          </p:cNvPr>
          <p:cNvSpPr>
            <a:spLocks xmlns:a="http://schemas.openxmlformats.org/drawingml/2006/main" noGrp="1"/>
          </p:cNvSpPr>
          <p:nvPr/>
        </p:nvSpPr>
        <p:spPr>
          <a:xfrm xmlns:a="http://schemas.openxmlformats.org/drawingml/2006/main">
            <a:off x="3509963" y="1887855"/>
            <a:ext cx="4667250" cy="448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Fly / select mode</a:t>
            </a:r>
          </a:p>
        </p:txBody>
      </p:sp>
      <p:sp>
        <p:nvSpPr>
          <p:cNvPr id="28" name="review">
            <a:extLst xmlns:a="http://schemas.openxmlformats.org/drawingml/2006/main">
              <a:ext uri="{FF2B5EF4-FFF2-40B4-BE49-F238E27FC236}">
                <a16:creationId xmlns:a16="http://schemas.microsoft.com/office/drawing/2014/main" id="{55208F3B-FC67-4496-A53B-5BA0BF225590}"/>
              </a:ext>
            </a:extLst>
          </p:cNvPr>
          <p:cNvSpPr>
            <a:spLocks xmlns:a="http://schemas.openxmlformats.org/drawingml/2006/main" noGrp="1"/>
          </p:cNvSpPr>
          <p:nvPr/>
        </p:nvSpPr>
        <p:spPr>
          <a:xfrm xmlns:a="http://schemas.openxmlformats.org/drawingml/2006/main">
            <a:off x="3433763" y="2709863"/>
            <a:ext cx="4819650" cy="524256"/>
          </a:xfrm>
          <a:prstGeom xmlns:a="http://schemas.openxmlformats.org/drawingml/2006/main" prst="ellipse">
            <a:avLst/>
          </a:prstGeom>
          <a:solidFill xmlns:a="http://schemas.openxmlformats.org/drawingml/2006/main">
            <a:srgbClr val="EDF5F7"/>
          </a:solidFill>
          <a:ln xmlns:a="http://schemas.openxmlformats.org/drawingml/2006/main" w="14288">
            <a:solidFill>
              <a:srgbClr val="132C46"/>
            </a:solidFill>
          </a:ln>
        </p:spPr>
      </p:sp>
      <p:sp>
        <p:nvSpPr>
          <p:cNvPr id="29" name="review-label">
            <a:extLst xmlns:a="http://schemas.openxmlformats.org/drawingml/2006/main">
              <a:ext uri="{FF2B5EF4-FFF2-40B4-BE49-F238E27FC236}">
                <a16:creationId xmlns:a16="http://schemas.microsoft.com/office/drawing/2014/main" id="{A7F1BBFF-F727-4D5E-A758-93E668D53B2C}"/>
              </a:ext>
            </a:extLst>
          </p:cNvPr>
          <p:cNvSpPr>
            <a:spLocks xmlns:a="http://schemas.openxmlformats.org/drawingml/2006/main" noGrp="1"/>
          </p:cNvSpPr>
          <p:nvPr/>
        </p:nvSpPr>
        <p:spPr>
          <a:xfrm xmlns:a="http://schemas.openxmlformats.org/drawingml/2006/main">
            <a:off x="3509963" y="2747963"/>
            <a:ext cx="4667250" cy="448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View video + telemetry</a:t>
            </a:r>
          </a:p>
        </p:txBody>
      </p:sp>
      <p:sp>
        <p:nvSpPr>
          <p:cNvPr id="30" name="mission">
            <a:extLst xmlns:a="http://schemas.openxmlformats.org/drawingml/2006/main">
              <a:ext uri="{FF2B5EF4-FFF2-40B4-BE49-F238E27FC236}">
                <a16:creationId xmlns:a16="http://schemas.microsoft.com/office/drawing/2014/main" id="{B574ECFB-01F4-44CE-A890-1ABA6CCE079B}"/>
              </a:ext>
            </a:extLst>
          </p:cNvPr>
          <p:cNvSpPr>
            <a:spLocks xmlns:a="http://schemas.openxmlformats.org/drawingml/2006/main" noGrp="1"/>
          </p:cNvSpPr>
          <p:nvPr/>
        </p:nvSpPr>
        <p:spPr>
          <a:xfrm xmlns:a="http://schemas.openxmlformats.org/drawingml/2006/main">
            <a:off x="3433763" y="3569970"/>
            <a:ext cx="4819650" cy="524256"/>
          </a:xfrm>
          <a:prstGeom xmlns:a="http://schemas.openxmlformats.org/drawingml/2006/main" prst="ellipse">
            <a:avLst/>
          </a:prstGeom>
          <a:solidFill xmlns:a="http://schemas.openxmlformats.org/drawingml/2006/main">
            <a:srgbClr val="EDF5F7"/>
          </a:solidFill>
          <a:ln xmlns:a="http://schemas.openxmlformats.org/drawingml/2006/main" w="14288">
            <a:solidFill>
              <a:srgbClr val="132C46"/>
            </a:solidFill>
          </a:ln>
        </p:spPr>
      </p:sp>
      <p:sp>
        <p:nvSpPr>
          <p:cNvPr id="31" name="mission-label">
            <a:extLst xmlns:a="http://schemas.openxmlformats.org/drawingml/2006/main">
              <a:ext uri="{FF2B5EF4-FFF2-40B4-BE49-F238E27FC236}">
                <a16:creationId xmlns:a16="http://schemas.microsoft.com/office/drawing/2014/main" id="{F72EEF43-C2FA-4514-813F-669B428F493D}"/>
              </a:ext>
            </a:extLst>
          </p:cNvPr>
          <p:cNvSpPr>
            <a:spLocks xmlns:a="http://schemas.openxmlformats.org/drawingml/2006/main" noGrp="1"/>
          </p:cNvSpPr>
          <p:nvPr/>
        </p:nvSpPr>
        <p:spPr>
          <a:xfrm xmlns:a="http://schemas.openxmlformats.org/drawingml/2006/main">
            <a:off x="3509963" y="3608070"/>
            <a:ext cx="4667250" cy="448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Review / execute route</a:t>
            </a:r>
          </a:p>
        </p:txBody>
      </p:sp>
      <p:sp>
        <p:nvSpPr>
          <p:cNvPr id="32" name="incident">
            <a:extLst xmlns:a="http://schemas.openxmlformats.org/drawingml/2006/main">
              <a:ext uri="{FF2B5EF4-FFF2-40B4-BE49-F238E27FC236}">
                <a16:creationId xmlns:a16="http://schemas.microsoft.com/office/drawing/2014/main" id="{2EBB7D81-E943-4BB6-A553-41E9079EFFA6}"/>
              </a:ext>
            </a:extLst>
          </p:cNvPr>
          <p:cNvSpPr>
            <a:spLocks xmlns:a="http://schemas.openxmlformats.org/drawingml/2006/main" noGrp="1"/>
          </p:cNvSpPr>
          <p:nvPr/>
        </p:nvSpPr>
        <p:spPr>
          <a:xfrm xmlns:a="http://schemas.openxmlformats.org/drawingml/2006/main">
            <a:off x="3433763" y="4430078"/>
            <a:ext cx="4819650" cy="524256"/>
          </a:xfrm>
          <a:prstGeom xmlns:a="http://schemas.openxmlformats.org/drawingml/2006/main" prst="ellipse">
            <a:avLst/>
          </a:prstGeom>
          <a:solidFill xmlns:a="http://schemas.openxmlformats.org/drawingml/2006/main">
            <a:srgbClr val="EDF5F7"/>
          </a:solidFill>
          <a:ln xmlns:a="http://schemas.openxmlformats.org/drawingml/2006/main" w="14288">
            <a:solidFill>
              <a:srgbClr val="132C46"/>
            </a:solidFill>
          </a:ln>
        </p:spPr>
      </p:sp>
      <p:sp>
        <p:nvSpPr>
          <p:cNvPr id="33" name="incident-label">
            <a:extLst xmlns:a="http://schemas.openxmlformats.org/drawingml/2006/main">
              <a:ext uri="{FF2B5EF4-FFF2-40B4-BE49-F238E27FC236}">
                <a16:creationId xmlns:a16="http://schemas.microsoft.com/office/drawing/2014/main" id="{920B0DB7-6FC1-4160-8231-D85EEC4B6372}"/>
              </a:ext>
            </a:extLst>
          </p:cNvPr>
          <p:cNvSpPr>
            <a:spLocks xmlns:a="http://schemas.openxmlformats.org/drawingml/2006/main" noGrp="1"/>
          </p:cNvSpPr>
          <p:nvPr/>
        </p:nvSpPr>
        <p:spPr>
          <a:xfrm xmlns:a="http://schemas.openxmlformats.org/drawingml/2006/main">
            <a:off x="3509963" y="4468178"/>
            <a:ext cx="4667250" cy="448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Verify lead / save incident</a:t>
            </a:r>
          </a:p>
        </p:txBody>
      </p:sp>
      <p:sp>
        <p:nvSpPr>
          <p:cNvPr id="34" name="diagram-caption">
            <a:extLst xmlns:a="http://schemas.openxmlformats.org/drawingml/2006/main">
              <a:ext uri="{FF2B5EF4-FFF2-40B4-BE49-F238E27FC236}">
                <a16:creationId xmlns:a16="http://schemas.microsoft.com/office/drawing/2014/main" id="{68CEE30D-431B-49D5-BE5E-4F3FFADEC9D2}"/>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Search assistance does not replace pilot authority or human verification of a potential survivor.</a:t>
            </a:r>
          </a:p>
        </p:txBody>
      </p:sp>
    </p:spTree>
    <p:extLst>
      <p:ext uri="{BB962C8B-B14F-4D97-AF65-F5344CB8AC3E}">
        <p14:creationId xmlns:p14="http://schemas.microsoft.com/office/powerpoint/2010/main" val="4051675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4B87657-1CFA-4B0C-92A2-A035B160475A}"/>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22</a:t>
            </a:r>
          </a:p>
        </p:txBody>
      </p:sp>
      <p:sp>
        <p:nvSpPr>
          <p:cNvPr id="3" name="title">
            <a:extLst xmlns:a="http://schemas.openxmlformats.org/drawingml/2006/main">
              <a:ext uri="{FF2B5EF4-FFF2-40B4-BE49-F238E27FC236}">
                <a16:creationId xmlns:a16="http://schemas.microsoft.com/office/drawing/2014/main" id="{01FC776C-3B6C-4F9C-82F4-6DB9087A7636}"/>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Application component architecture</a:t>
            </a:r>
          </a:p>
        </p:txBody>
      </p:sp>
      <p:sp>
        <p:nvSpPr>
          <p:cNvPr id="4" name="summary">
            <a:extLst xmlns:a="http://schemas.openxmlformats.org/drawingml/2006/main">
              <a:ext uri="{FF2B5EF4-FFF2-40B4-BE49-F238E27FC236}">
                <a16:creationId xmlns:a16="http://schemas.microsoft.com/office/drawing/2014/main" id="{CB72481A-A7A4-4ED6-A41E-36169309C6ED}"/>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Existing modules and their communication</a:t>
            </a:r>
          </a:p>
        </p:txBody>
      </p:sp>
      <p:sp>
        <p:nvSpPr>
          <p:cNvPr id="5" name="footer">
            <a:extLst xmlns:a="http://schemas.openxmlformats.org/drawingml/2006/main">
              <a:ext uri="{FF2B5EF4-FFF2-40B4-BE49-F238E27FC236}">
                <a16:creationId xmlns:a16="http://schemas.microsoft.com/office/drawing/2014/main" id="{0420A8B7-7C1B-4983-8EEF-243EAE5902DD}"/>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B4980CBF-CB06-44F9-B340-0273B35F9A37}"/>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23 / 38</a:t>
            </a:r>
          </a:p>
        </p:txBody>
      </p:sp>
      <p:sp>
        <p:nvSpPr>
          <p:cNvPr id="7" name="relationship">
            <a:extLst xmlns:a="http://schemas.openxmlformats.org/drawingml/2006/main">
              <a:ext uri="{FF2B5EF4-FFF2-40B4-BE49-F238E27FC236}">
                <a16:creationId xmlns:a16="http://schemas.microsoft.com/office/drawing/2014/main" id="{8AEC12A0-5D89-4F86-A1FC-D6A4E8599D94}"/>
              </a:ext>
            </a:extLst>
          </p:cNvPr>
          <p:cNvSpPr>
            <a:spLocks xmlns:a="http://schemas.openxmlformats.org/drawingml/2006/main" noGrp="1"/>
          </p:cNvSpPr>
          <p:nvPr/>
        </p:nvSpPr>
        <p:spPr>
          <a:xfrm xmlns:a="http://schemas.openxmlformats.org/drawingml/2006/main">
            <a:off x="3905250" y="2242947"/>
            <a:ext cx="681038" cy="9525"/>
          </a:xfrm>
          <a:custGeom xmlns:a="http://schemas.openxmlformats.org/drawingml/2006/main">
            <a:pathLst>
              <a:path w="681038" h="9525">
                <a:moveTo>
                  <a:pt x="0" y="0"/>
                </a:moveTo>
                <a:lnTo>
                  <a:pt x="681038"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F88D4CC9-31A0-4B57-B3A3-373865E3C36E}"/>
              </a:ext>
            </a:extLst>
          </p:cNvPr>
          <p:cNvSpPr>
            <a:spLocks xmlns:a="http://schemas.openxmlformats.org/drawingml/2006/main" noGrp="1"/>
          </p:cNvSpPr>
          <p:nvPr/>
        </p:nvSpPr>
        <p:spPr>
          <a:xfrm xmlns:a="http://schemas.openxmlformats.org/drawingml/2006/main">
            <a:off x="4500520" y="2242947"/>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422CB456-7AB3-420F-90ED-0879BCA06F00}"/>
              </a:ext>
            </a:extLst>
          </p:cNvPr>
          <p:cNvSpPr>
            <a:spLocks xmlns:a="http://schemas.openxmlformats.org/drawingml/2006/main" noGrp="1"/>
          </p:cNvSpPr>
          <p:nvPr/>
        </p:nvSpPr>
        <p:spPr>
          <a:xfrm xmlns:a="http://schemas.openxmlformats.org/drawingml/2006/main">
            <a:off x="4500520" y="2201517"/>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0D94DF58-50CA-4B89-A134-4A5ABD26BFEF}"/>
              </a:ext>
            </a:extLst>
          </p:cNvPr>
          <p:cNvSpPr>
            <a:spLocks xmlns:a="http://schemas.openxmlformats.org/drawingml/2006/main" noGrp="1"/>
          </p:cNvSpPr>
          <p:nvPr/>
        </p:nvSpPr>
        <p:spPr>
          <a:xfrm xmlns:a="http://schemas.openxmlformats.org/drawingml/2006/main">
            <a:off x="3888581" y="1690497"/>
            <a:ext cx="7143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HTTP / SSE / MJPEG</a:t>
            </a:r>
          </a:p>
        </p:txBody>
      </p:sp>
      <p:sp>
        <p:nvSpPr>
          <p:cNvPr id="11" name="relationship">
            <a:extLst xmlns:a="http://schemas.openxmlformats.org/drawingml/2006/main">
              <a:ext uri="{FF2B5EF4-FFF2-40B4-BE49-F238E27FC236}">
                <a16:creationId xmlns:a16="http://schemas.microsoft.com/office/drawing/2014/main" id="{F5C37588-B131-4BEF-A8B2-FAF664AE3F0F}"/>
              </a:ext>
            </a:extLst>
          </p:cNvPr>
          <p:cNvSpPr>
            <a:spLocks xmlns:a="http://schemas.openxmlformats.org/drawingml/2006/main" noGrp="1"/>
          </p:cNvSpPr>
          <p:nvPr/>
        </p:nvSpPr>
        <p:spPr>
          <a:xfrm xmlns:a="http://schemas.openxmlformats.org/drawingml/2006/main">
            <a:off x="7519988" y="2242947"/>
            <a:ext cx="681038" cy="9525"/>
          </a:xfrm>
          <a:custGeom xmlns:a="http://schemas.openxmlformats.org/drawingml/2006/main">
            <a:pathLst>
              <a:path w="681038" h="9525">
                <a:moveTo>
                  <a:pt x="0" y="0"/>
                </a:moveTo>
                <a:lnTo>
                  <a:pt x="681038"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8141D013-D07E-489C-8306-1890E2E174AB}"/>
              </a:ext>
            </a:extLst>
          </p:cNvPr>
          <p:cNvSpPr>
            <a:spLocks xmlns:a="http://schemas.openxmlformats.org/drawingml/2006/main" noGrp="1"/>
          </p:cNvSpPr>
          <p:nvPr/>
        </p:nvSpPr>
        <p:spPr>
          <a:xfrm xmlns:a="http://schemas.openxmlformats.org/drawingml/2006/main">
            <a:off x="8115257" y="2242947"/>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4D49DBED-3450-4AD5-B5D1-1958D7A1B72A}"/>
              </a:ext>
            </a:extLst>
          </p:cNvPr>
          <p:cNvSpPr>
            <a:spLocks xmlns:a="http://schemas.openxmlformats.org/drawingml/2006/main" noGrp="1"/>
          </p:cNvSpPr>
          <p:nvPr/>
        </p:nvSpPr>
        <p:spPr>
          <a:xfrm xmlns:a="http://schemas.openxmlformats.org/drawingml/2006/main">
            <a:off x="8115257" y="2201517"/>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5EF0FA01-E059-43B9-9986-12F3D1D58F07}"/>
              </a:ext>
            </a:extLst>
          </p:cNvPr>
          <p:cNvSpPr>
            <a:spLocks xmlns:a="http://schemas.openxmlformats.org/drawingml/2006/main" noGrp="1"/>
          </p:cNvSpPr>
          <p:nvPr/>
        </p:nvSpPr>
        <p:spPr>
          <a:xfrm xmlns:a="http://schemas.openxmlformats.org/drawingml/2006/main">
            <a:off x="7503319" y="1690497"/>
            <a:ext cx="7143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validated actions</a:t>
            </a:r>
          </a:p>
        </p:txBody>
      </p:sp>
      <p:sp>
        <p:nvSpPr>
          <p:cNvPr id="15" name="relationship">
            <a:extLst xmlns:a="http://schemas.openxmlformats.org/drawingml/2006/main">
              <a:ext uri="{FF2B5EF4-FFF2-40B4-BE49-F238E27FC236}">
                <a16:creationId xmlns:a16="http://schemas.microsoft.com/office/drawing/2014/main" id="{5025D6EE-8CFD-4E11-96D6-6D079BC00054}"/>
              </a:ext>
            </a:extLst>
          </p:cNvPr>
          <p:cNvSpPr>
            <a:spLocks xmlns:a="http://schemas.openxmlformats.org/drawingml/2006/main" noGrp="1"/>
          </p:cNvSpPr>
          <p:nvPr/>
        </p:nvSpPr>
        <p:spPr>
          <a:xfrm xmlns:a="http://schemas.openxmlformats.org/drawingml/2006/main">
            <a:off x="3905250" y="2242947"/>
            <a:ext cx="4295775" cy="2498407"/>
          </a:xfrm>
          <a:custGeom xmlns:a="http://schemas.openxmlformats.org/drawingml/2006/main">
            <a:pathLst>
              <a:path w="4295775" h="2498407">
                <a:moveTo>
                  <a:pt x="4295775" y="0"/>
                </a:moveTo>
                <a:lnTo>
                  <a:pt x="0" y="2498407"/>
                </a:lnTo>
              </a:path>
            </a:pathLst>
          </a:custGeom>
          <a:noFill xmlns:a="http://schemas.openxmlformats.org/drawingml/2006/main"/>
          <a:ln xmlns:a="http://schemas.openxmlformats.org/drawingml/2006/main" w="19050">
            <a:solidFill>
              <a:srgbClr val="087E8B"/>
            </a:solidFill>
            <a:prstDash val="solid"/>
          </a:ln>
        </p:spPr>
      </p:sp>
      <p:sp>
        <p:nvSpPr>
          <p:cNvPr id="16" name="arrow-head">
            <a:extLst xmlns:a="http://schemas.openxmlformats.org/drawingml/2006/main">
              <a:ext uri="{FF2B5EF4-FFF2-40B4-BE49-F238E27FC236}">
                <a16:creationId xmlns:a16="http://schemas.microsoft.com/office/drawing/2014/main" id="{BF5D2AFF-25FD-4BC4-913B-CBBA2CA5939A}"/>
              </a:ext>
            </a:extLst>
          </p:cNvPr>
          <p:cNvSpPr>
            <a:spLocks xmlns:a="http://schemas.openxmlformats.org/drawingml/2006/main" noGrp="1"/>
          </p:cNvSpPr>
          <p:nvPr/>
        </p:nvSpPr>
        <p:spPr>
          <a:xfrm xmlns:a="http://schemas.openxmlformats.org/drawingml/2006/main">
            <a:off x="3905250" y="4662421"/>
            <a:ext cx="53311" cy="78933"/>
          </a:xfrm>
          <a:custGeom xmlns:a="http://schemas.openxmlformats.org/drawingml/2006/main">
            <a:pathLst>
              <a:path w="53311" h="78933">
                <a:moveTo>
                  <a:pt x="0" y="78933"/>
                </a:moveTo>
                <a:lnTo>
                  <a:pt x="53311" y="0"/>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5E9F7898-89EE-4265-9113-6756189F32EA}"/>
              </a:ext>
            </a:extLst>
          </p:cNvPr>
          <p:cNvSpPr>
            <a:spLocks xmlns:a="http://schemas.openxmlformats.org/drawingml/2006/main" noGrp="1"/>
          </p:cNvSpPr>
          <p:nvPr/>
        </p:nvSpPr>
        <p:spPr>
          <a:xfrm xmlns:a="http://schemas.openxmlformats.org/drawingml/2006/main">
            <a:off x="3905250" y="4734049"/>
            <a:ext cx="94969" cy="9525"/>
          </a:xfrm>
          <a:custGeom xmlns:a="http://schemas.openxmlformats.org/drawingml/2006/main">
            <a:pathLst>
              <a:path w="94969" h="9525">
                <a:moveTo>
                  <a:pt x="0" y="7306"/>
                </a:moveTo>
                <a:lnTo>
                  <a:pt x="94969" y="0"/>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200B29AB-0D75-4F0C-837F-88409D158D09}"/>
              </a:ext>
            </a:extLst>
          </p:cNvPr>
          <p:cNvSpPr>
            <a:spLocks xmlns:a="http://schemas.openxmlformats.org/drawingml/2006/main" noGrp="1"/>
          </p:cNvSpPr>
          <p:nvPr/>
        </p:nvSpPr>
        <p:spPr>
          <a:xfrm xmlns:a="http://schemas.openxmlformats.org/drawingml/2006/main">
            <a:off x="5091113" y="3206401"/>
            <a:ext cx="1924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observe / evidence</a:t>
            </a:r>
          </a:p>
        </p:txBody>
      </p:sp>
      <p:sp>
        <p:nvSpPr>
          <p:cNvPr id="19" name="relationship">
            <a:extLst xmlns:a="http://schemas.openxmlformats.org/drawingml/2006/main">
              <a:ext uri="{FF2B5EF4-FFF2-40B4-BE49-F238E27FC236}">
                <a16:creationId xmlns:a16="http://schemas.microsoft.com/office/drawing/2014/main" id="{E995577A-5459-45CA-ACF1-C2E134F62C9C}"/>
              </a:ext>
            </a:extLst>
          </p:cNvPr>
          <p:cNvSpPr>
            <a:spLocks xmlns:a="http://schemas.openxmlformats.org/drawingml/2006/main" noGrp="1"/>
          </p:cNvSpPr>
          <p:nvPr/>
        </p:nvSpPr>
        <p:spPr>
          <a:xfrm xmlns:a="http://schemas.openxmlformats.org/drawingml/2006/main">
            <a:off x="6053138" y="2554224"/>
            <a:ext cx="3562350" cy="1875854"/>
          </a:xfrm>
          <a:custGeom xmlns:a="http://schemas.openxmlformats.org/drawingml/2006/main">
            <a:pathLst>
              <a:path w="3562350" h="1875854">
                <a:moveTo>
                  <a:pt x="3562350" y="0"/>
                </a:moveTo>
                <a:lnTo>
                  <a:pt x="0" y="1875854"/>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9292CA26-42DC-41E3-B96F-DFA308C6FCA1}"/>
              </a:ext>
            </a:extLst>
          </p:cNvPr>
          <p:cNvSpPr>
            <a:spLocks xmlns:a="http://schemas.openxmlformats.org/drawingml/2006/main" noGrp="1"/>
          </p:cNvSpPr>
          <p:nvPr/>
        </p:nvSpPr>
        <p:spPr>
          <a:xfrm xmlns:a="http://schemas.openxmlformats.org/drawingml/2006/main">
            <a:off x="6053138" y="4353457"/>
            <a:ext cx="56586" cy="76620"/>
          </a:xfrm>
          <a:custGeom xmlns:a="http://schemas.openxmlformats.org/drawingml/2006/main">
            <a:pathLst>
              <a:path w="56586" h="76620">
                <a:moveTo>
                  <a:pt x="0" y="76620"/>
                </a:moveTo>
                <a:lnTo>
                  <a:pt x="56586" y="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D9A1E6C6-812B-4E87-A36C-FBAC333C148A}"/>
              </a:ext>
            </a:extLst>
          </p:cNvPr>
          <p:cNvSpPr>
            <a:spLocks xmlns:a="http://schemas.openxmlformats.org/drawingml/2006/main" noGrp="1"/>
          </p:cNvSpPr>
          <p:nvPr/>
        </p:nvSpPr>
        <p:spPr>
          <a:xfrm xmlns:a="http://schemas.openxmlformats.org/drawingml/2006/main">
            <a:off x="6053138" y="4426775"/>
            <a:ext cx="95193" cy="9525"/>
          </a:xfrm>
          <a:custGeom xmlns:a="http://schemas.openxmlformats.org/drawingml/2006/main">
            <a:pathLst>
              <a:path w="95193" h="9525">
                <a:moveTo>
                  <a:pt x="0" y="3303"/>
                </a:moveTo>
                <a:lnTo>
                  <a:pt x="95193"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E45E3FDE-03EB-4CDB-8470-D1CC567ED275}"/>
              </a:ext>
            </a:extLst>
          </p:cNvPr>
          <p:cNvSpPr>
            <a:spLocks xmlns:a="http://schemas.openxmlformats.org/drawingml/2006/main" noGrp="1"/>
          </p:cNvSpPr>
          <p:nvPr/>
        </p:nvSpPr>
        <p:spPr>
          <a:xfrm xmlns:a="http://schemas.openxmlformats.org/drawingml/2006/main">
            <a:off x="6967538" y="3206401"/>
            <a:ext cx="1733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bounded requests</a:t>
            </a:r>
          </a:p>
        </p:txBody>
      </p:sp>
      <p:sp>
        <p:nvSpPr>
          <p:cNvPr id="23" name="relationship">
            <a:extLst xmlns:a="http://schemas.openxmlformats.org/drawingml/2006/main">
              <a:ext uri="{FF2B5EF4-FFF2-40B4-BE49-F238E27FC236}">
                <a16:creationId xmlns:a16="http://schemas.microsoft.com/office/drawing/2014/main" id="{8EDB0205-FA81-4BE9-A570-B2847B7BB18B}"/>
              </a:ext>
            </a:extLst>
          </p:cNvPr>
          <p:cNvSpPr>
            <a:spLocks xmlns:a="http://schemas.openxmlformats.org/drawingml/2006/main" noGrp="1"/>
          </p:cNvSpPr>
          <p:nvPr/>
        </p:nvSpPr>
        <p:spPr>
          <a:xfrm xmlns:a="http://schemas.openxmlformats.org/drawingml/2006/main">
            <a:off x="9615488" y="2554224"/>
            <a:ext cx="9525" cy="1875854"/>
          </a:xfrm>
          <a:custGeom xmlns:a="http://schemas.openxmlformats.org/drawingml/2006/main">
            <a:pathLst>
              <a:path w="9525" h="1875854">
                <a:moveTo>
                  <a:pt x="0" y="0"/>
                </a:moveTo>
                <a:lnTo>
                  <a:pt x="0" y="1875854"/>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632BAA78-92E9-448B-91DA-393385C2E04B}"/>
              </a:ext>
            </a:extLst>
          </p:cNvPr>
          <p:cNvSpPr>
            <a:spLocks xmlns:a="http://schemas.openxmlformats.org/drawingml/2006/main" noGrp="1"/>
          </p:cNvSpPr>
          <p:nvPr/>
        </p:nvSpPr>
        <p:spPr>
          <a:xfrm xmlns:a="http://schemas.openxmlformats.org/drawingml/2006/main">
            <a:off x="9574057" y="4344310"/>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25" name="arrow-head">
            <a:extLst xmlns:a="http://schemas.openxmlformats.org/drawingml/2006/main">
              <a:ext uri="{FF2B5EF4-FFF2-40B4-BE49-F238E27FC236}">
                <a16:creationId xmlns:a16="http://schemas.microsoft.com/office/drawing/2014/main" id="{D60133BD-F6D5-4C75-B403-14C10269FE8E}"/>
              </a:ext>
            </a:extLst>
          </p:cNvPr>
          <p:cNvSpPr>
            <a:spLocks xmlns:a="http://schemas.openxmlformats.org/drawingml/2006/main" noGrp="1"/>
          </p:cNvSpPr>
          <p:nvPr/>
        </p:nvSpPr>
        <p:spPr>
          <a:xfrm xmlns:a="http://schemas.openxmlformats.org/drawingml/2006/main">
            <a:off x="9615488" y="4344310"/>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26" name="relationship-label">
            <a:extLst xmlns:a="http://schemas.openxmlformats.org/drawingml/2006/main">
              <a:ext uri="{FF2B5EF4-FFF2-40B4-BE49-F238E27FC236}">
                <a16:creationId xmlns:a16="http://schemas.microsoft.com/office/drawing/2014/main" id="{44FB98A5-A418-46FF-B5F4-AE56EFF37D86}"/>
              </a:ext>
            </a:extLst>
          </p:cNvPr>
          <p:cNvSpPr>
            <a:spLocks xmlns:a="http://schemas.openxmlformats.org/drawingml/2006/main" noGrp="1"/>
          </p:cNvSpPr>
          <p:nvPr/>
        </p:nvSpPr>
        <p:spPr>
          <a:xfrm xmlns:a="http://schemas.openxmlformats.org/drawingml/2006/main">
            <a:off x="8891588" y="3206401"/>
            <a:ext cx="14478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record events</a:t>
            </a:r>
          </a:p>
        </p:txBody>
      </p:sp>
      <p:sp>
        <p:nvSpPr>
          <p:cNvPr id="27" name="ui">
            <a:extLst xmlns:a="http://schemas.openxmlformats.org/drawingml/2006/main">
              <a:ext uri="{FF2B5EF4-FFF2-40B4-BE49-F238E27FC236}">
                <a16:creationId xmlns:a16="http://schemas.microsoft.com/office/drawing/2014/main" id="{4C6BCA03-76FE-49A1-B542-E063C59DD27A}"/>
              </a:ext>
            </a:extLst>
          </p:cNvPr>
          <p:cNvSpPr>
            <a:spLocks xmlns:a="http://schemas.openxmlformats.org/drawingml/2006/main" noGrp="1"/>
          </p:cNvSpPr>
          <p:nvPr/>
        </p:nvSpPr>
        <p:spPr>
          <a:xfrm xmlns:a="http://schemas.openxmlformats.org/drawingml/2006/main">
            <a:off x="971550" y="1931670"/>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8" name="ui-label">
            <a:extLst xmlns:a="http://schemas.openxmlformats.org/drawingml/2006/main">
              <a:ext uri="{FF2B5EF4-FFF2-40B4-BE49-F238E27FC236}">
                <a16:creationId xmlns:a16="http://schemas.microsoft.com/office/drawing/2014/main" id="{838CECD3-7EEA-4A75-9607-727F89A18203}"/>
              </a:ext>
            </a:extLst>
          </p:cNvPr>
          <p:cNvSpPr>
            <a:spLocks xmlns:a="http://schemas.openxmlformats.org/drawingml/2006/main" noGrp="1"/>
          </p:cNvSpPr>
          <p:nvPr/>
        </p:nvSpPr>
        <p:spPr>
          <a:xfrm xmlns:a="http://schemas.openxmlformats.org/drawingml/2006/main">
            <a:off x="1047750" y="1969770"/>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&lt;&lt;component&gt;&gt; Browser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map / video / actions</a:t>
            </a:r>
          </a:p>
        </p:txBody>
      </p:sp>
      <p:sp>
        <p:nvSpPr>
          <p:cNvPr id="29" name="api">
            <a:extLst xmlns:a="http://schemas.openxmlformats.org/drawingml/2006/main">
              <a:ext uri="{FF2B5EF4-FFF2-40B4-BE49-F238E27FC236}">
                <a16:creationId xmlns:a16="http://schemas.microsoft.com/office/drawing/2014/main" id="{ED31EA6A-9020-4AFD-8CAC-3DD5E568A664}"/>
              </a:ext>
            </a:extLst>
          </p:cNvPr>
          <p:cNvSpPr>
            <a:spLocks xmlns:a="http://schemas.openxmlformats.org/drawingml/2006/main" noGrp="1"/>
          </p:cNvSpPr>
          <p:nvPr/>
        </p:nvSpPr>
        <p:spPr>
          <a:xfrm xmlns:a="http://schemas.openxmlformats.org/drawingml/2006/main">
            <a:off x="4586288" y="1931670"/>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0" name="api-label">
            <a:extLst xmlns:a="http://schemas.openxmlformats.org/drawingml/2006/main">
              <a:ext uri="{FF2B5EF4-FFF2-40B4-BE49-F238E27FC236}">
                <a16:creationId xmlns:a16="http://schemas.microsoft.com/office/drawing/2014/main" id="{0E0DA870-9B2E-471B-B0FF-B7C783B1DEA3}"/>
              </a:ext>
            </a:extLst>
          </p:cNvPr>
          <p:cNvSpPr>
            <a:spLocks xmlns:a="http://schemas.openxmlformats.org/drawingml/2006/main" noGrp="1"/>
          </p:cNvSpPr>
          <p:nvPr/>
        </p:nvSpPr>
        <p:spPr>
          <a:xfrm xmlns:a="http://schemas.openxmlformats.org/drawingml/2006/main">
            <a:off x="4662488" y="1969770"/>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&lt;&lt;component&gt;&gt; FastAPI</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auth / validation</a:t>
            </a:r>
          </a:p>
        </p:txBody>
      </p:sp>
      <p:sp>
        <p:nvSpPr>
          <p:cNvPr id="31" name="station">
            <a:extLst xmlns:a="http://schemas.openxmlformats.org/drawingml/2006/main">
              <a:ext uri="{FF2B5EF4-FFF2-40B4-BE49-F238E27FC236}">
                <a16:creationId xmlns:a16="http://schemas.microsoft.com/office/drawing/2014/main" id="{3C442544-A6DD-4FE8-9A26-53BE9A6E8164}"/>
              </a:ext>
            </a:extLst>
          </p:cNvPr>
          <p:cNvSpPr>
            <a:spLocks xmlns:a="http://schemas.openxmlformats.org/drawingml/2006/main" noGrp="1"/>
          </p:cNvSpPr>
          <p:nvPr/>
        </p:nvSpPr>
        <p:spPr>
          <a:xfrm xmlns:a="http://schemas.openxmlformats.org/drawingml/2006/main">
            <a:off x="8201025" y="1931670"/>
            <a:ext cx="2828925"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2" name="station-label">
            <a:extLst xmlns:a="http://schemas.openxmlformats.org/drawingml/2006/main">
              <a:ext uri="{FF2B5EF4-FFF2-40B4-BE49-F238E27FC236}">
                <a16:creationId xmlns:a16="http://schemas.microsoft.com/office/drawing/2014/main" id="{077D494C-A278-46F6-B322-0E430348E1A4}"/>
              </a:ext>
            </a:extLst>
          </p:cNvPr>
          <p:cNvSpPr>
            <a:spLocks xmlns:a="http://schemas.openxmlformats.org/drawingml/2006/main" noGrp="1"/>
          </p:cNvSpPr>
          <p:nvPr/>
        </p:nvSpPr>
        <p:spPr>
          <a:xfrm xmlns:a="http://schemas.openxmlformats.org/drawingml/2006/main">
            <a:off x="8277225" y="1969770"/>
            <a:ext cx="2676525"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&lt;&lt;component&gt;&gt; Station</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coordination / gates</a:t>
            </a:r>
          </a:p>
        </p:txBody>
      </p:sp>
      <p:sp>
        <p:nvSpPr>
          <p:cNvPr id="33" name="video">
            <a:extLst xmlns:a="http://schemas.openxmlformats.org/drawingml/2006/main">
              <a:ext uri="{FF2B5EF4-FFF2-40B4-BE49-F238E27FC236}">
                <a16:creationId xmlns:a16="http://schemas.microsoft.com/office/drawing/2014/main" id="{F4C703D6-3A6F-4C48-BC0B-4C8F32F5BDB1}"/>
              </a:ext>
            </a:extLst>
          </p:cNvPr>
          <p:cNvSpPr>
            <a:spLocks xmlns:a="http://schemas.openxmlformats.org/drawingml/2006/main" noGrp="1"/>
          </p:cNvSpPr>
          <p:nvPr/>
        </p:nvSpPr>
        <p:spPr>
          <a:xfrm xmlns:a="http://schemas.openxmlformats.org/drawingml/2006/main">
            <a:off x="971550" y="4430078"/>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4" name="video-label">
            <a:extLst xmlns:a="http://schemas.openxmlformats.org/drawingml/2006/main">
              <a:ext uri="{FF2B5EF4-FFF2-40B4-BE49-F238E27FC236}">
                <a16:creationId xmlns:a16="http://schemas.microsoft.com/office/drawing/2014/main" id="{8A77C29B-A428-4A44-8119-0908F6846F61}"/>
              </a:ext>
            </a:extLst>
          </p:cNvPr>
          <p:cNvSpPr>
            <a:spLocks xmlns:a="http://schemas.openxmlformats.org/drawingml/2006/main" noGrp="1"/>
          </p:cNvSpPr>
          <p:nvPr/>
        </p:nvSpPr>
        <p:spPr>
          <a:xfrm xmlns:a="http://schemas.openxmlformats.org/drawingml/2006/main">
            <a:off x="1047750" y="4468178"/>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Video + YoloDetector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Intelligence</a:t>
            </a:r>
          </a:p>
        </p:txBody>
      </p:sp>
      <p:sp>
        <p:nvSpPr>
          <p:cNvPr id="35" name="mission">
            <a:extLst xmlns:a="http://schemas.openxmlformats.org/drawingml/2006/main">
              <a:ext uri="{FF2B5EF4-FFF2-40B4-BE49-F238E27FC236}">
                <a16:creationId xmlns:a16="http://schemas.microsoft.com/office/drawing/2014/main" id="{00E0D153-B485-46A0-A91B-5A1E3D9A3C0D}"/>
              </a:ext>
            </a:extLst>
          </p:cNvPr>
          <p:cNvSpPr>
            <a:spLocks xmlns:a="http://schemas.openxmlformats.org/drawingml/2006/main" noGrp="1"/>
          </p:cNvSpPr>
          <p:nvPr/>
        </p:nvSpPr>
        <p:spPr>
          <a:xfrm xmlns:a="http://schemas.openxmlformats.org/drawingml/2006/main">
            <a:off x="4586288" y="4430078"/>
            <a:ext cx="2933700"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6" name="mission-label">
            <a:extLst xmlns:a="http://schemas.openxmlformats.org/drawingml/2006/main">
              <a:ext uri="{FF2B5EF4-FFF2-40B4-BE49-F238E27FC236}">
                <a16:creationId xmlns:a16="http://schemas.microsoft.com/office/drawing/2014/main" id="{9092794B-71F9-4372-87A1-EFA29922DD2D}"/>
              </a:ext>
            </a:extLst>
          </p:cNvPr>
          <p:cNvSpPr>
            <a:spLocks xmlns:a="http://schemas.openxmlformats.org/drawingml/2006/main" noGrp="1"/>
          </p:cNvSpPr>
          <p:nvPr/>
        </p:nvSpPr>
        <p:spPr>
          <a:xfrm xmlns:a="http://schemas.openxmlformats.org/drawingml/2006/main">
            <a:off x="4662488" y="4468178"/>
            <a:ext cx="2781300"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Mission + navigator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Telemetry / pymavlink</a:t>
            </a:r>
          </a:p>
        </p:txBody>
      </p:sp>
      <p:sp>
        <p:nvSpPr>
          <p:cNvPr id="37" name="store">
            <a:extLst xmlns:a="http://schemas.openxmlformats.org/drawingml/2006/main">
              <a:ext uri="{FF2B5EF4-FFF2-40B4-BE49-F238E27FC236}">
                <a16:creationId xmlns:a16="http://schemas.microsoft.com/office/drawing/2014/main" id="{A7A8D4C0-6436-4626-85BB-C1E388E387F5}"/>
              </a:ext>
            </a:extLst>
          </p:cNvPr>
          <p:cNvSpPr>
            <a:spLocks xmlns:a="http://schemas.openxmlformats.org/drawingml/2006/main" noGrp="1"/>
          </p:cNvSpPr>
          <p:nvPr/>
        </p:nvSpPr>
        <p:spPr>
          <a:xfrm xmlns:a="http://schemas.openxmlformats.org/drawingml/2006/main">
            <a:off x="8201025" y="4430078"/>
            <a:ext cx="2828925" cy="622554"/>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8" name="store-label">
            <a:extLst xmlns:a="http://schemas.openxmlformats.org/drawingml/2006/main">
              <a:ext uri="{FF2B5EF4-FFF2-40B4-BE49-F238E27FC236}">
                <a16:creationId xmlns:a16="http://schemas.microsoft.com/office/drawing/2014/main" id="{B51BFB6F-DE19-4E8A-B166-FB9CF24C3C5D}"/>
              </a:ext>
            </a:extLst>
          </p:cNvPr>
          <p:cNvSpPr>
            <a:spLocks xmlns:a="http://schemas.openxmlformats.org/drawingml/2006/main" noGrp="1"/>
          </p:cNvSpPr>
          <p:nvPr/>
        </p:nvSpPr>
        <p:spPr>
          <a:xfrm xmlns:a="http://schemas.openxmlformats.org/drawingml/2006/main">
            <a:off x="8277225" y="4468178"/>
            <a:ext cx="2676525" cy="546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Store + Recorder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SQLite / JPEG / AVI</a:t>
            </a:r>
          </a:p>
        </p:txBody>
      </p:sp>
      <p:sp>
        <p:nvSpPr>
          <p:cNvPr id="39" name="diagram-caption">
            <a:extLst xmlns:a="http://schemas.openxmlformats.org/drawingml/2006/main">
              <a:ext uri="{FF2B5EF4-FFF2-40B4-BE49-F238E27FC236}">
                <a16:creationId xmlns:a16="http://schemas.microsoft.com/office/drawing/2014/main" id="{BB7A763F-0580-403F-AE87-EE8919E5A5CB}"/>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Independent workers keep capture, inference and telemetry from waiting on one another. The station owns policy decisions.</a:t>
            </a:r>
          </a:p>
        </p:txBody>
      </p:sp>
    </p:spTree>
    <p:extLst>
      <p:ext uri="{BB962C8B-B14F-4D97-AF65-F5344CB8AC3E}">
        <p14:creationId xmlns:p14="http://schemas.microsoft.com/office/powerpoint/2010/main" val="7527128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97E29E1F-97C1-417A-8B27-A10E4FFC631B}"/>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23</a:t>
            </a:r>
          </a:p>
        </p:txBody>
      </p:sp>
      <p:sp>
        <p:nvSpPr>
          <p:cNvPr id="3" name="title">
            <a:extLst xmlns:a="http://schemas.openxmlformats.org/drawingml/2006/main">
              <a:ext uri="{FF2B5EF4-FFF2-40B4-BE49-F238E27FC236}">
                <a16:creationId xmlns:a16="http://schemas.microsoft.com/office/drawing/2014/main" id="{ED190831-0C2F-4F6B-A5B1-F9C47F0CBA0C}"/>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UML runtime class diagram</a:t>
            </a:r>
          </a:p>
        </p:txBody>
      </p:sp>
      <p:sp>
        <p:nvSpPr>
          <p:cNvPr id="4" name="summary">
            <a:extLst xmlns:a="http://schemas.openxmlformats.org/drawingml/2006/main">
              <a:ext uri="{FF2B5EF4-FFF2-40B4-BE49-F238E27FC236}">
                <a16:creationId xmlns:a16="http://schemas.microsoft.com/office/drawing/2014/main" id="{2AC9A46A-9E81-4BD7-BB6D-F53E08061A65}"/>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Implementation classes and data ownership</a:t>
            </a:r>
          </a:p>
        </p:txBody>
      </p:sp>
      <p:sp>
        <p:nvSpPr>
          <p:cNvPr id="5" name="footer">
            <a:extLst xmlns:a="http://schemas.openxmlformats.org/drawingml/2006/main">
              <a:ext uri="{FF2B5EF4-FFF2-40B4-BE49-F238E27FC236}">
                <a16:creationId xmlns:a16="http://schemas.microsoft.com/office/drawing/2014/main" id="{1017AA14-37E6-4FC3-AD8C-1625ABCC40C6}"/>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CFA9F8CC-E08D-4987-867D-2E8F50AC3189}"/>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24 / 38</a:t>
            </a:r>
          </a:p>
        </p:txBody>
      </p:sp>
      <p:sp>
        <p:nvSpPr>
          <p:cNvPr id="7" name="relationship">
            <a:extLst xmlns:a="http://schemas.openxmlformats.org/drawingml/2006/main">
              <a:ext uri="{FF2B5EF4-FFF2-40B4-BE49-F238E27FC236}">
                <a16:creationId xmlns:a16="http://schemas.microsoft.com/office/drawing/2014/main" id="{4B7657A2-8307-46EF-B87F-4AD442C67B3E}"/>
              </a:ext>
            </a:extLst>
          </p:cNvPr>
          <p:cNvSpPr>
            <a:spLocks xmlns:a="http://schemas.openxmlformats.org/drawingml/2006/main" noGrp="1"/>
          </p:cNvSpPr>
          <p:nvPr/>
        </p:nvSpPr>
        <p:spPr>
          <a:xfrm xmlns:a="http://schemas.openxmlformats.org/drawingml/2006/main">
            <a:off x="3695700" y="2115979"/>
            <a:ext cx="890588" cy="9525"/>
          </a:xfrm>
          <a:custGeom xmlns:a="http://schemas.openxmlformats.org/drawingml/2006/main">
            <a:pathLst>
              <a:path w="890588" h="9525">
                <a:moveTo>
                  <a:pt x="0" y="0"/>
                </a:moveTo>
                <a:lnTo>
                  <a:pt x="890588"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C66F663D-BD14-4637-BD37-F2435B5DDF16}"/>
              </a:ext>
            </a:extLst>
          </p:cNvPr>
          <p:cNvSpPr>
            <a:spLocks xmlns:a="http://schemas.openxmlformats.org/drawingml/2006/main" noGrp="1"/>
          </p:cNvSpPr>
          <p:nvPr/>
        </p:nvSpPr>
        <p:spPr>
          <a:xfrm xmlns:a="http://schemas.openxmlformats.org/drawingml/2006/main">
            <a:off x="4500520" y="2115979"/>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CB42A5E4-E6D1-4EFB-BC6B-478E4D3DB57C}"/>
              </a:ext>
            </a:extLst>
          </p:cNvPr>
          <p:cNvSpPr>
            <a:spLocks xmlns:a="http://schemas.openxmlformats.org/drawingml/2006/main" noGrp="1"/>
          </p:cNvSpPr>
          <p:nvPr/>
        </p:nvSpPr>
        <p:spPr>
          <a:xfrm xmlns:a="http://schemas.openxmlformats.org/drawingml/2006/main">
            <a:off x="4500520" y="2074548"/>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457D93CB-2755-485C-B354-FE7FB96F6DAF}"/>
              </a:ext>
            </a:extLst>
          </p:cNvPr>
          <p:cNvSpPr>
            <a:spLocks xmlns:a="http://schemas.openxmlformats.org/drawingml/2006/main" noGrp="1"/>
          </p:cNvSpPr>
          <p:nvPr/>
        </p:nvSpPr>
        <p:spPr>
          <a:xfrm xmlns:a="http://schemas.openxmlformats.org/drawingml/2006/main">
            <a:off x="3752850" y="1563529"/>
            <a:ext cx="776288"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settings</a:t>
            </a:r>
          </a:p>
        </p:txBody>
      </p:sp>
      <p:sp>
        <p:nvSpPr>
          <p:cNvPr id="11" name="relationship">
            <a:extLst xmlns:a="http://schemas.openxmlformats.org/drawingml/2006/main">
              <a:ext uri="{FF2B5EF4-FFF2-40B4-BE49-F238E27FC236}">
                <a16:creationId xmlns:a16="http://schemas.microsoft.com/office/drawing/2014/main" id="{B99CD99D-72EC-4499-8912-AB072B190BA3}"/>
              </a:ext>
            </a:extLst>
          </p:cNvPr>
          <p:cNvSpPr>
            <a:spLocks xmlns:a="http://schemas.openxmlformats.org/drawingml/2006/main" noGrp="1"/>
          </p:cNvSpPr>
          <p:nvPr/>
        </p:nvSpPr>
        <p:spPr>
          <a:xfrm xmlns:a="http://schemas.openxmlformats.org/drawingml/2006/main">
            <a:off x="3800475" y="2115979"/>
            <a:ext cx="785813" cy="1433512"/>
          </a:xfrm>
          <a:custGeom xmlns:a="http://schemas.openxmlformats.org/drawingml/2006/main">
            <a:pathLst>
              <a:path w="785813" h="1433512">
                <a:moveTo>
                  <a:pt x="785813" y="0"/>
                </a:moveTo>
                <a:lnTo>
                  <a:pt x="0" y="1433512"/>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A494C40A-1134-4996-80F8-28D6EB3E0783}"/>
              </a:ext>
            </a:extLst>
          </p:cNvPr>
          <p:cNvSpPr>
            <a:spLocks xmlns:a="http://schemas.openxmlformats.org/drawingml/2006/main" noGrp="1"/>
          </p:cNvSpPr>
          <p:nvPr/>
        </p:nvSpPr>
        <p:spPr>
          <a:xfrm xmlns:a="http://schemas.openxmlformats.org/drawingml/2006/main">
            <a:off x="3800475" y="3454367"/>
            <a:ext cx="9525" cy="95124"/>
          </a:xfrm>
          <a:custGeom xmlns:a="http://schemas.openxmlformats.org/drawingml/2006/main">
            <a:pathLst>
              <a:path w="9525" h="95124">
                <a:moveTo>
                  <a:pt x="0" y="95124"/>
                </a:moveTo>
                <a:lnTo>
                  <a:pt x="4897" y="0"/>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0B8339FE-78C0-465A-A49D-8BA3A735E1F0}"/>
              </a:ext>
            </a:extLst>
          </p:cNvPr>
          <p:cNvSpPr>
            <a:spLocks xmlns:a="http://schemas.openxmlformats.org/drawingml/2006/main" noGrp="1"/>
          </p:cNvSpPr>
          <p:nvPr/>
        </p:nvSpPr>
        <p:spPr>
          <a:xfrm xmlns:a="http://schemas.openxmlformats.org/drawingml/2006/main">
            <a:off x="3800475" y="3494198"/>
            <a:ext cx="77557" cy="55294"/>
          </a:xfrm>
          <a:custGeom xmlns:a="http://schemas.openxmlformats.org/drawingml/2006/main">
            <a:pathLst>
              <a:path w="77557" h="55294">
                <a:moveTo>
                  <a:pt x="0" y="55294"/>
                </a:moveTo>
                <a:lnTo>
                  <a:pt x="77557" y="0"/>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95F25E37-2291-473D-9BAA-A6A9F2ECB68E}"/>
              </a:ext>
            </a:extLst>
          </p:cNvPr>
          <p:cNvSpPr>
            <a:spLocks xmlns:a="http://schemas.openxmlformats.org/drawingml/2006/main" noGrp="1"/>
          </p:cNvSpPr>
          <p:nvPr/>
        </p:nvSpPr>
        <p:spPr>
          <a:xfrm xmlns:a="http://schemas.openxmlformats.org/drawingml/2006/main">
            <a:off x="3621881" y="2546985"/>
            <a:ext cx="11430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owns</a:t>
            </a:r>
          </a:p>
        </p:txBody>
      </p:sp>
      <p:sp>
        <p:nvSpPr>
          <p:cNvPr id="15" name="relationship">
            <a:extLst xmlns:a="http://schemas.openxmlformats.org/drawingml/2006/main">
              <a:ext uri="{FF2B5EF4-FFF2-40B4-BE49-F238E27FC236}">
                <a16:creationId xmlns:a16="http://schemas.microsoft.com/office/drawing/2014/main" id="{F695A0E7-2B3E-4842-AF75-BF65B084F0BC}"/>
              </a:ext>
            </a:extLst>
          </p:cNvPr>
          <p:cNvSpPr>
            <a:spLocks xmlns:a="http://schemas.openxmlformats.org/drawingml/2006/main" noGrp="1"/>
          </p:cNvSpPr>
          <p:nvPr/>
        </p:nvSpPr>
        <p:spPr>
          <a:xfrm xmlns:a="http://schemas.openxmlformats.org/drawingml/2006/main">
            <a:off x="6053138" y="2464118"/>
            <a:ext cx="9525" cy="737235"/>
          </a:xfrm>
          <a:custGeom xmlns:a="http://schemas.openxmlformats.org/drawingml/2006/main">
            <a:pathLst>
              <a:path w="9525" h="737235">
                <a:moveTo>
                  <a:pt x="0" y="0"/>
                </a:moveTo>
                <a:lnTo>
                  <a:pt x="0" y="737235"/>
                </a:lnTo>
              </a:path>
            </a:pathLst>
          </a:custGeom>
          <a:noFill xmlns:a="http://schemas.openxmlformats.org/drawingml/2006/main"/>
          <a:ln xmlns:a="http://schemas.openxmlformats.org/drawingml/2006/main" w="19050">
            <a:solidFill>
              <a:srgbClr val="087E8B"/>
            </a:solidFill>
            <a:prstDash val="solid"/>
          </a:ln>
        </p:spPr>
      </p:sp>
      <p:sp>
        <p:nvSpPr>
          <p:cNvPr id="16" name="arrow-head">
            <a:extLst xmlns:a="http://schemas.openxmlformats.org/drawingml/2006/main">
              <a:ext uri="{FF2B5EF4-FFF2-40B4-BE49-F238E27FC236}">
                <a16:creationId xmlns:a16="http://schemas.microsoft.com/office/drawing/2014/main" id="{2466EA27-0591-444D-8902-659114B9534A}"/>
              </a:ext>
            </a:extLst>
          </p:cNvPr>
          <p:cNvSpPr>
            <a:spLocks xmlns:a="http://schemas.openxmlformats.org/drawingml/2006/main" noGrp="1"/>
          </p:cNvSpPr>
          <p:nvPr/>
        </p:nvSpPr>
        <p:spPr>
          <a:xfrm xmlns:a="http://schemas.openxmlformats.org/drawingml/2006/main">
            <a:off x="6011707" y="3115585"/>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2B257D69-9B0B-4640-B21F-08339E2D8F83}"/>
              </a:ext>
            </a:extLst>
          </p:cNvPr>
          <p:cNvSpPr>
            <a:spLocks xmlns:a="http://schemas.openxmlformats.org/drawingml/2006/main" noGrp="1"/>
          </p:cNvSpPr>
          <p:nvPr/>
        </p:nvSpPr>
        <p:spPr>
          <a:xfrm xmlns:a="http://schemas.openxmlformats.org/drawingml/2006/main">
            <a:off x="6053138" y="3115585"/>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21419307-07F2-426A-A3C9-177A4595534C}"/>
              </a:ext>
            </a:extLst>
          </p:cNvPr>
          <p:cNvSpPr>
            <a:spLocks xmlns:a="http://schemas.openxmlformats.org/drawingml/2006/main" noGrp="1"/>
          </p:cNvSpPr>
          <p:nvPr/>
        </p:nvSpPr>
        <p:spPr>
          <a:xfrm xmlns:a="http://schemas.openxmlformats.org/drawingml/2006/main">
            <a:off x="5481638" y="2546985"/>
            <a:ext cx="11430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owns</a:t>
            </a:r>
          </a:p>
        </p:txBody>
      </p:sp>
      <p:sp>
        <p:nvSpPr>
          <p:cNvPr id="19" name="relationship">
            <a:extLst xmlns:a="http://schemas.openxmlformats.org/drawingml/2006/main">
              <a:ext uri="{FF2B5EF4-FFF2-40B4-BE49-F238E27FC236}">
                <a16:creationId xmlns:a16="http://schemas.microsoft.com/office/drawing/2014/main" id="{A2488C6C-709B-4A29-A482-43FF89BA4663}"/>
              </a:ext>
            </a:extLst>
          </p:cNvPr>
          <p:cNvSpPr>
            <a:spLocks xmlns:a="http://schemas.openxmlformats.org/drawingml/2006/main" noGrp="1"/>
          </p:cNvSpPr>
          <p:nvPr/>
        </p:nvSpPr>
        <p:spPr>
          <a:xfrm xmlns:a="http://schemas.openxmlformats.org/drawingml/2006/main">
            <a:off x="7519988" y="2115979"/>
            <a:ext cx="681038" cy="1433512"/>
          </a:xfrm>
          <a:custGeom xmlns:a="http://schemas.openxmlformats.org/drawingml/2006/main">
            <a:pathLst>
              <a:path w="681038" h="1433512">
                <a:moveTo>
                  <a:pt x="0" y="0"/>
                </a:moveTo>
                <a:lnTo>
                  <a:pt x="681038" y="1433512"/>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EA549CF4-636E-47ED-AB0D-766743213C35}"/>
              </a:ext>
            </a:extLst>
          </p:cNvPr>
          <p:cNvSpPr>
            <a:spLocks xmlns:a="http://schemas.openxmlformats.org/drawingml/2006/main" noGrp="1"/>
          </p:cNvSpPr>
          <p:nvPr/>
        </p:nvSpPr>
        <p:spPr>
          <a:xfrm xmlns:a="http://schemas.openxmlformats.org/drawingml/2006/main">
            <a:off x="8126799" y="3489800"/>
            <a:ext cx="74226" cy="59691"/>
          </a:xfrm>
          <a:custGeom xmlns:a="http://schemas.openxmlformats.org/drawingml/2006/main">
            <a:pathLst>
              <a:path w="74226" h="59691">
                <a:moveTo>
                  <a:pt x="74226" y="59691"/>
                </a:moveTo>
                <a:lnTo>
                  <a:pt x="0" y="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044D509F-7189-437A-B59A-949D2424CE19}"/>
              </a:ext>
            </a:extLst>
          </p:cNvPr>
          <p:cNvSpPr>
            <a:spLocks xmlns:a="http://schemas.openxmlformats.org/drawingml/2006/main" noGrp="1"/>
          </p:cNvSpPr>
          <p:nvPr/>
        </p:nvSpPr>
        <p:spPr>
          <a:xfrm xmlns:a="http://schemas.openxmlformats.org/drawingml/2006/main">
            <a:off x="8201025" y="3454243"/>
            <a:ext cx="9525" cy="95248"/>
          </a:xfrm>
          <a:custGeom xmlns:a="http://schemas.openxmlformats.org/drawingml/2006/main">
            <a:pathLst>
              <a:path w="9525" h="95248">
                <a:moveTo>
                  <a:pt x="0" y="95248"/>
                </a:moveTo>
                <a:lnTo>
                  <a:pt x="618"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527A28C6-EAF1-42F1-8506-521F4B93DC1D}"/>
              </a:ext>
            </a:extLst>
          </p:cNvPr>
          <p:cNvSpPr>
            <a:spLocks xmlns:a="http://schemas.openxmlformats.org/drawingml/2006/main" noGrp="1"/>
          </p:cNvSpPr>
          <p:nvPr/>
        </p:nvSpPr>
        <p:spPr>
          <a:xfrm xmlns:a="http://schemas.openxmlformats.org/drawingml/2006/main">
            <a:off x="7289006" y="2546985"/>
            <a:ext cx="11430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owns</a:t>
            </a:r>
          </a:p>
        </p:txBody>
      </p:sp>
      <p:sp>
        <p:nvSpPr>
          <p:cNvPr id="23" name="relationship">
            <a:extLst xmlns:a="http://schemas.openxmlformats.org/drawingml/2006/main">
              <a:ext uri="{FF2B5EF4-FFF2-40B4-BE49-F238E27FC236}">
                <a16:creationId xmlns:a16="http://schemas.microsoft.com/office/drawing/2014/main" id="{5076C42A-2E97-4A86-AD02-7AD017A6EE75}"/>
              </a:ext>
            </a:extLst>
          </p:cNvPr>
          <p:cNvSpPr>
            <a:spLocks xmlns:a="http://schemas.openxmlformats.org/drawingml/2006/main" noGrp="1"/>
          </p:cNvSpPr>
          <p:nvPr/>
        </p:nvSpPr>
        <p:spPr>
          <a:xfrm xmlns:a="http://schemas.openxmlformats.org/drawingml/2006/main">
            <a:off x="2386013" y="3897630"/>
            <a:ext cx="9525" cy="860108"/>
          </a:xfrm>
          <a:custGeom xmlns:a="http://schemas.openxmlformats.org/drawingml/2006/main">
            <a:pathLst>
              <a:path w="9525" h="860108">
                <a:moveTo>
                  <a:pt x="0" y="0"/>
                </a:moveTo>
                <a:lnTo>
                  <a:pt x="0" y="860108"/>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630DB2C0-E011-48A1-B25B-EE6B2D6CC85B}"/>
              </a:ext>
            </a:extLst>
          </p:cNvPr>
          <p:cNvSpPr>
            <a:spLocks xmlns:a="http://schemas.openxmlformats.org/drawingml/2006/main" noGrp="1"/>
          </p:cNvSpPr>
          <p:nvPr/>
        </p:nvSpPr>
        <p:spPr>
          <a:xfrm xmlns:a="http://schemas.openxmlformats.org/drawingml/2006/main">
            <a:off x="2344582" y="4671970"/>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25" name="arrow-head">
            <a:extLst xmlns:a="http://schemas.openxmlformats.org/drawingml/2006/main">
              <a:ext uri="{FF2B5EF4-FFF2-40B4-BE49-F238E27FC236}">
                <a16:creationId xmlns:a16="http://schemas.microsoft.com/office/drawing/2014/main" id="{4E41298D-6AB0-413E-B5EA-7105354574A0}"/>
              </a:ext>
            </a:extLst>
          </p:cNvPr>
          <p:cNvSpPr>
            <a:spLocks xmlns:a="http://schemas.openxmlformats.org/drawingml/2006/main" noGrp="1"/>
          </p:cNvSpPr>
          <p:nvPr/>
        </p:nvSpPr>
        <p:spPr>
          <a:xfrm xmlns:a="http://schemas.openxmlformats.org/drawingml/2006/main">
            <a:off x="2386013" y="4671970"/>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26" name="relationship-label">
            <a:extLst xmlns:a="http://schemas.openxmlformats.org/drawingml/2006/main">
              <a:ext uri="{FF2B5EF4-FFF2-40B4-BE49-F238E27FC236}">
                <a16:creationId xmlns:a16="http://schemas.microsoft.com/office/drawing/2014/main" id="{BA152E23-3B1B-40A9-B67E-0412C8C7D10C}"/>
              </a:ext>
            </a:extLst>
          </p:cNvPr>
          <p:cNvSpPr>
            <a:spLocks xmlns:a="http://schemas.openxmlformats.org/drawingml/2006/main" noGrp="1"/>
          </p:cNvSpPr>
          <p:nvPr/>
        </p:nvSpPr>
        <p:spPr>
          <a:xfrm xmlns:a="http://schemas.openxmlformats.org/drawingml/2006/main">
            <a:off x="1376363" y="4041934"/>
            <a:ext cx="20193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detection snapshots</a:t>
            </a:r>
          </a:p>
        </p:txBody>
      </p:sp>
      <p:sp>
        <p:nvSpPr>
          <p:cNvPr id="27" name="station">
            <a:extLst xmlns:a="http://schemas.openxmlformats.org/drawingml/2006/main">
              <a:ext uri="{FF2B5EF4-FFF2-40B4-BE49-F238E27FC236}">
                <a16:creationId xmlns:a16="http://schemas.microsoft.com/office/drawing/2014/main" id="{39379EF3-DB68-485C-BFA7-24A6C4AA89F7}"/>
              </a:ext>
            </a:extLst>
          </p:cNvPr>
          <p:cNvSpPr>
            <a:spLocks xmlns:a="http://schemas.openxmlformats.org/drawingml/2006/main" noGrp="1"/>
          </p:cNvSpPr>
          <p:nvPr/>
        </p:nvSpPr>
        <p:spPr>
          <a:xfrm xmlns:a="http://schemas.openxmlformats.org/drawingml/2006/main">
            <a:off x="4586288" y="1767840"/>
            <a:ext cx="2933700"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8" name="station-label">
            <a:extLst xmlns:a="http://schemas.openxmlformats.org/drawingml/2006/main">
              <a:ext uri="{FF2B5EF4-FFF2-40B4-BE49-F238E27FC236}">
                <a16:creationId xmlns:a16="http://schemas.microsoft.com/office/drawing/2014/main" id="{61BD4AA1-78A1-453F-8DEF-4C524738DC73}"/>
              </a:ext>
            </a:extLst>
          </p:cNvPr>
          <p:cNvSpPr>
            <a:spLocks xmlns:a="http://schemas.openxmlformats.org/drawingml/2006/main" noGrp="1"/>
          </p:cNvSpPr>
          <p:nvPr/>
        </p:nvSpPr>
        <p:spPr>
          <a:xfrm xmlns:a="http://schemas.openxmlformats.org/drawingml/2006/main">
            <a:off x="4662488" y="1805940"/>
            <a:ext cx="278130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Station</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start(), state(), loop()</a:t>
            </a:r>
          </a:p>
        </p:txBody>
      </p:sp>
      <p:sp>
        <p:nvSpPr>
          <p:cNvPr id="29" name="config">
            <a:extLst xmlns:a="http://schemas.openxmlformats.org/drawingml/2006/main">
              <a:ext uri="{FF2B5EF4-FFF2-40B4-BE49-F238E27FC236}">
                <a16:creationId xmlns:a16="http://schemas.microsoft.com/office/drawing/2014/main" id="{F2753311-A526-4962-80BF-C915F144520E}"/>
              </a:ext>
            </a:extLst>
          </p:cNvPr>
          <p:cNvSpPr>
            <a:spLocks xmlns:a="http://schemas.openxmlformats.org/drawingml/2006/main" noGrp="1"/>
          </p:cNvSpPr>
          <p:nvPr/>
        </p:nvSpPr>
        <p:spPr>
          <a:xfrm xmlns:a="http://schemas.openxmlformats.org/drawingml/2006/main">
            <a:off x="971550" y="1767840"/>
            <a:ext cx="2724150"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0" name="config-label">
            <a:extLst xmlns:a="http://schemas.openxmlformats.org/drawingml/2006/main">
              <a:ext uri="{FF2B5EF4-FFF2-40B4-BE49-F238E27FC236}">
                <a16:creationId xmlns:a16="http://schemas.microsoft.com/office/drawing/2014/main" id="{3D520C9E-4C3F-4362-B78C-51E1A295CF07}"/>
              </a:ext>
            </a:extLst>
          </p:cNvPr>
          <p:cNvSpPr>
            <a:spLocks xmlns:a="http://schemas.openxmlformats.org/drawingml/2006/main" noGrp="1"/>
          </p:cNvSpPr>
          <p:nvPr/>
        </p:nvSpPr>
        <p:spPr>
          <a:xfrm xmlns:a="http://schemas.openxmlformats.org/drawingml/2006/main">
            <a:off x="1047750" y="1805940"/>
            <a:ext cx="257175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Config</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validated settings</a:t>
            </a:r>
          </a:p>
        </p:txBody>
      </p:sp>
      <p:sp>
        <p:nvSpPr>
          <p:cNvPr id="31" name="video">
            <a:extLst xmlns:a="http://schemas.openxmlformats.org/drawingml/2006/main">
              <a:ext uri="{FF2B5EF4-FFF2-40B4-BE49-F238E27FC236}">
                <a16:creationId xmlns:a16="http://schemas.microsoft.com/office/drawing/2014/main" id="{94104722-D766-4F81-B61A-E3621E974CF7}"/>
              </a:ext>
            </a:extLst>
          </p:cNvPr>
          <p:cNvSpPr>
            <a:spLocks xmlns:a="http://schemas.openxmlformats.org/drawingml/2006/main" noGrp="1"/>
          </p:cNvSpPr>
          <p:nvPr/>
        </p:nvSpPr>
        <p:spPr>
          <a:xfrm xmlns:a="http://schemas.openxmlformats.org/drawingml/2006/main">
            <a:off x="971550" y="3201353"/>
            <a:ext cx="2828925"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2" name="video-label">
            <a:extLst xmlns:a="http://schemas.openxmlformats.org/drawingml/2006/main">
              <a:ext uri="{FF2B5EF4-FFF2-40B4-BE49-F238E27FC236}">
                <a16:creationId xmlns:a16="http://schemas.microsoft.com/office/drawing/2014/main" id="{20E748BB-0ECB-4EDB-AA45-390852EBBB10}"/>
              </a:ext>
            </a:extLst>
          </p:cNvPr>
          <p:cNvSpPr>
            <a:spLocks xmlns:a="http://schemas.openxmlformats.org/drawingml/2006/main" noGrp="1"/>
          </p:cNvSpPr>
          <p:nvPr/>
        </p:nvSpPr>
        <p:spPr>
          <a:xfrm xmlns:a="http://schemas.openxmlformats.org/drawingml/2006/main">
            <a:off x="1047750" y="3239453"/>
            <a:ext cx="267652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Video / YoloDetector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capture(), predict()</a:t>
            </a:r>
          </a:p>
        </p:txBody>
      </p:sp>
      <p:sp>
        <p:nvSpPr>
          <p:cNvPr id="33" name="mission">
            <a:extLst xmlns:a="http://schemas.openxmlformats.org/drawingml/2006/main">
              <a:ext uri="{FF2B5EF4-FFF2-40B4-BE49-F238E27FC236}">
                <a16:creationId xmlns:a16="http://schemas.microsoft.com/office/drawing/2014/main" id="{6856DE7C-ABD9-4F95-83F2-9B10CCA5A09F}"/>
              </a:ext>
            </a:extLst>
          </p:cNvPr>
          <p:cNvSpPr>
            <a:spLocks xmlns:a="http://schemas.openxmlformats.org/drawingml/2006/main" noGrp="1"/>
          </p:cNvSpPr>
          <p:nvPr/>
        </p:nvSpPr>
        <p:spPr>
          <a:xfrm xmlns:a="http://schemas.openxmlformats.org/drawingml/2006/main">
            <a:off x="4586288" y="3201353"/>
            <a:ext cx="2933700"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4" name="mission-label">
            <a:extLst xmlns:a="http://schemas.openxmlformats.org/drawingml/2006/main">
              <a:ext uri="{FF2B5EF4-FFF2-40B4-BE49-F238E27FC236}">
                <a16:creationId xmlns:a16="http://schemas.microsoft.com/office/drawing/2014/main" id="{2FB7B8DD-B30B-40F5-8D89-46671160B77C}"/>
              </a:ext>
            </a:extLst>
          </p:cNvPr>
          <p:cNvSpPr>
            <a:spLocks xmlns:a="http://schemas.openxmlformats.org/drawingml/2006/main" noGrp="1"/>
          </p:cNvSpPr>
          <p:nvPr/>
        </p:nvSpPr>
        <p:spPr>
          <a:xfrm xmlns:a="http://schemas.openxmlformats.org/drawingml/2006/main">
            <a:off x="4662488" y="3239453"/>
            <a:ext cx="2781300"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Mission / Telemetry</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tick(), send_velocity()</a:t>
            </a:r>
          </a:p>
        </p:txBody>
      </p:sp>
      <p:sp>
        <p:nvSpPr>
          <p:cNvPr id="35" name="store">
            <a:extLst xmlns:a="http://schemas.openxmlformats.org/drawingml/2006/main">
              <a:ext uri="{FF2B5EF4-FFF2-40B4-BE49-F238E27FC236}">
                <a16:creationId xmlns:a16="http://schemas.microsoft.com/office/drawing/2014/main" id="{55C750C9-545D-4506-87E7-703A03C1E7B0}"/>
              </a:ext>
            </a:extLst>
          </p:cNvPr>
          <p:cNvSpPr>
            <a:spLocks xmlns:a="http://schemas.openxmlformats.org/drawingml/2006/main" noGrp="1"/>
          </p:cNvSpPr>
          <p:nvPr/>
        </p:nvSpPr>
        <p:spPr>
          <a:xfrm xmlns:a="http://schemas.openxmlformats.org/drawingml/2006/main">
            <a:off x="8201025" y="3201353"/>
            <a:ext cx="2828925"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6" name="store-label">
            <a:extLst xmlns:a="http://schemas.openxmlformats.org/drawingml/2006/main">
              <a:ext uri="{FF2B5EF4-FFF2-40B4-BE49-F238E27FC236}">
                <a16:creationId xmlns:a16="http://schemas.microsoft.com/office/drawing/2014/main" id="{708711BC-46A1-4E7C-81E2-71420F22A083}"/>
              </a:ext>
            </a:extLst>
          </p:cNvPr>
          <p:cNvSpPr>
            <a:spLocks xmlns:a="http://schemas.openxmlformats.org/drawingml/2006/main" noGrp="1"/>
          </p:cNvSpPr>
          <p:nvPr/>
        </p:nvSpPr>
        <p:spPr>
          <a:xfrm xmlns:a="http://schemas.openxmlformats.org/drawingml/2006/main">
            <a:off x="8277225" y="3239453"/>
            <a:ext cx="267652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Store / Recorder</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add(), save_mission()</a:t>
            </a:r>
          </a:p>
        </p:txBody>
      </p:sp>
      <p:sp>
        <p:nvSpPr>
          <p:cNvPr id="37" name="intel">
            <a:extLst xmlns:a="http://schemas.openxmlformats.org/drawingml/2006/main">
              <a:ext uri="{FF2B5EF4-FFF2-40B4-BE49-F238E27FC236}">
                <a16:creationId xmlns:a16="http://schemas.microsoft.com/office/drawing/2014/main" id="{3EFA4B25-54DD-456C-B11E-1F00114F46A6}"/>
              </a:ext>
            </a:extLst>
          </p:cNvPr>
          <p:cNvSpPr>
            <a:spLocks xmlns:a="http://schemas.openxmlformats.org/drawingml/2006/main" noGrp="1"/>
          </p:cNvSpPr>
          <p:nvPr/>
        </p:nvSpPr>
        <p:spPr>
          <a:xfrm xmlns:a="http://schemas.openxmlformats.org/drawingml/2006/main">
            <a:off x="971550" y="4757738"/>
            <a:ext cx="2828925" cy="69627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8" name="intel-label">
            <a:extLst xmlns:a="http://schemas.openxmlformats.org/drawingml/2006/main">
              <a:ext uri="{FF2B5EF4-FFF2-40B4-BE49-F238E27FC236}">
                <a16:creationId xmlns:a16="http://schemas.microsoft.com/office/drawing/2014/main" id="{86B7A95B-4034-4DBB-A8DB-AFDE6A9C9EA8}"/>
              </a:ext>
            </a:extLst>
          </p:cNvPr>
          <p:cNvSpPr>
            <a:spLocks xmlns:a="http://schemas.openxmlformats.org/drawingml/2006/main" noGrp="1"/>
          </p:cNvSpPr>
          <p:nvPr/>
        </p:nvSpPr>
        <p:spPr>
          <a:xfrm xmlns:a="http://schemas.openxmlformats.org/drawingml/2006/main">
            <a:off x="1047750" y="4795838"/>
            <a:ext cx="2676525"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Intelligence</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update(), snapshot()</a:t>
            </a:r>
          </a:p>
        </p:txBody>
      </p:sp>
      <p:sp>
        <p:nvSpPr>
          <p:cNvPr id="39" name="diagram-caption">
            <a:extLst xmlns:a="http://schemas.openxmlformats.org/drawingml/2006/main">
              <a:ext uri="{FF2B5EF4-FFF2-40B4-BE49-F238E27FC236}">
                <a16:creationId xmlns:a16="http://schemas.microsoft.com/office/drawing/2014/main" id="{F8FD1C11-F5E3-42EA-A081-31A79FD5B1D6}"/>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This is a condensed implementation class view; function names reflect the Python application rather than hypothetical modules.</a:t>
            </a:r>
          </a:p>
        </p:txBody>
      </p:sp>
    </p:spTree>
    <p:extLst>
      <p:ext uri="{BB962C8B-B14F-4D97-AF65-F5344CB8AC3E}">
        <p14:creationId xmlns:p14="http://schemas.microsoft.com/office/powerpoint/2010/main" val="14510368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8E1F397F-3B73-4352-8F3F-39D5B60621B2}"/>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24</a:t>
            </a:r>
          </a:p>
        </p:txBody>
      </p:sp>
      <p:sp>
        <p:nvSpPr>
          <p:cNvPr id="3" name="title">
            <a:extLst xmlns:a="http://schemas.openxmlformats.org/drawingml/2006/main">
              <a:ext uri="{FF2B5EF4-FFF2-40B4-BE49-F238E27FC236}">
                <a16:creationId xmlns:a16="http://schemas.microsoft.com/office/drawing/2014/main" id="{C4B34C2E-1009-4726-BD68-598C0A4CE211}"/>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AURA model and enhancement integration</a:t>
            </a:r>
          </a:p>
        </p:txBody>
      </p:sp>
      <p:sp>
        <p:nvSpPr>
          <p:cNvPr id="4" name="summary">
            <a:extLst xmlns:a="http://schemas.openxmlformats.org/drawingml/2006/main">
              <a:ext uri="{FF2B5EF4-FFF2-40B4-BE49-F238E27FC236}">
                <a16:creationId xmlns:a16="http://schemas.microsoft.com/office/drawing/2014/main" id="{19394972-6755-4AFB-B00E-F8F08D8744DF}"/>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Aerial model, lightweight alternative and explicit processing choices</a:t>
            </a:r>
          </a:p>
        </p:txBody>
      </p:sp>
      <p:sp>
        <p:nvSpPr>
          <p:cNvPr id="5" name="footer">
            <a:extLst xmlns:a="http://schemas.openxmlformats.org/drawingml/2006/main">
              <a:ext uri="{FF2B5EF4-FFF2-40B4-BE49-F238E27FC236}">
                <a16:creationId xmlns:a16="http://schemas.microsoft.com/office/drawing/2014/main" id="{26970CE7-F219-48F9-8206-746E4843AC8C}"/>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958884C2-3EF4-4D36-A6F8-AD05D254270E}"/>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25 / 38</a:t>
            </a:r>
          </a:p>
        </p:txBody>
      </p:sp>
      <p:sp>
        <p:nvSpPr>
          <p:cNvPr id="7" name="point-index">
            <a:extLst xmlns:a="http://schemas.openxmlformats.org/drawingml/2006/main">
              <a:ext uri="{FF2B5EF4-FFF2-40B4-BE49-F238E27FC236}">
                <a16:creationId xmlns:a16="http://schemas.microsoft.com/office/drawing/2014/main" id="{39F6BB0F-38B6-4819-921C-3AB363B87640}"/>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A924C785-4EC9-4368-BD88-B849D8E0CA05}"/>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AURA integration includes the VisDrone model and a configurable lightweight YOLO alternative.</a:t>
            </a:r>
          </a:p>
        </p:txBody>
      </p:sp>
      <p:sp>
        <p:nvSpPr>
          <p:cNvPr id="9" name="point-index">
            <a:extLst xmlns:a="http://schemas.openxmlformats.org/drawingml/2006/main">
              <a:ext uri="{FF2B5EF4-FFF2-40B4-BE49-F238E27FC236}">
                <a16:creationId xmlns:a16="http://schemas.microsoft.com/office/drawing/2014/main" id="{614C6061-A1BB-4C99-BE17-32F50C8DCCFB}"/>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C145A6BC-53CB-4F2C-9127-512AA7B075E2}"/>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CLAHE and hybrid enhancement are available; choose processing explicitly.</a:t>
            </a:r>
          </a:p>
        </p:txBody>
      </p:sp>
      <p:sp>
        <p:nvSpPr>
          <p:cNvPr id="11" name="point-index">
            <a:extLst xmlns:a="http://schemas.openxmlformats.org/drawingml/2006/main">
              <a:ext uri="{FF2B5EF4-FFF2-40B4-BE49-F238E27FC236}">
                <a16:creationId xmlns:a16="http://schemas.microsoft.com/office/drawing/2014/main" id="{3807D8DC-B7D8-4209-AEF1-6C13C2BCC59B}"/>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F51DA14A-A653-424F-AF47-8A0EFE88B0D3}"/>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saved checkpoint does not demonstrate a separately integrated CBAM or Zero-DCE model.</a:t>
            </a:r>
          </a:p>
        </p:txBody>
      </p:sp>
      <p:sp>
        <p:nvSpPr>
          <p:cNvPr id="13" name="point-index">
            <a:extLst xmlns:a="http://schemas.openxmlformats.org/drawingml/2006/main">
              <a:ext uri="{FF2B5EF4-FFF2-40B4-BE49-F238E27FC236}">
                <a16:creationId xmlns:a16="http://schemas.microsoft.com/office/drawing/2014/main" id="{C712C52C-BC3F-4757-890B-3D71B8CE7383}"/>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51E3AAE0-1721-4946-BC84-6E5EBEB9E1B8}"/>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Recorded CPU timings and one detection example are observations, not accuracy validation.</a:t>
            </a:r>
          </a:p>
        </p:txBody>
      </p:sp>
    </p:spTree>
    <p:extLst>
      <p:ext uri="{BB962C8B-B14F-4D97-AF65-F5344CB8AC3E}">
        <p14:creationId xmlns:p14="http://schemas.microsoft.com/office/powerpoint/2010/main" val="7486790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D05F74A7-FC61-48CB-B0C2-E84BA37C9390}"/>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25</a:t>
            </a:r>
          </a:p>
        </p:txBody>
      </p:sp>
      <p:sp>
        <p:nvSpPr>
          <p:cNvPr id="3" name="title">
            <a:extLst xmlns:a="http://schemas.openxmlformats.org/drawingml/2006/main">
              <a:ext uri="{FF2B5EF4-FFF2-40B4-BE49-F238E27FC236}">
                <a16:creationId xmlns:a16="http://schemas.microsoft.com/office/drawing/2014/main" id="{4405A068-31AB-4D2F-92A3-EE800609F222}"/>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Uploaded-video test workflow</a:t>
            </a:r>
          </a:p>
        </p:txBody>
      </p:sp>
      <p:sp>
        <p:nvSpPr>
          <p:cNvPr id="4" name="summary">
            <a:extLst xmlns:a="http://schemas.openxmlformats.org/drawingml/2006/main">
              <a:ext uri="{FF2B5EF4-FFF2-40B4-BE49-F238E27FC236}">
                <a16:creationId xmlns:a16="http://schemas.microsoft.com/office/drawing/2014/main" id="{D6305EA7-524A-4513-A648-821B25587CD2}"/>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Local video testing does not open a drone-control connection</a:t>
            </a:r>
          </a:p>
        </p:txBody>
      </p:sp>
      <p:sp>
        <p:nvSpPr>
          <p:cNvPr id="5" name="footer">
            <a:extLst xmlns:a="http://schemas.openxmlformats.org/drawingml/2006/main">
              <a:ext uri="{FF2B5EF4-FFF2-40B4-BE49-F238E27FC236}">
                <a16:creationId xmlns:a16="http://schemas.microsoft.com/office/drawing/2014/main" id="{7D945204-8953-4A95-841F-02DCCE439F0F}"/>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499BB3D6-F57C-4E82-BF84-7A018D27475B}"/>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26 / 38</a:t>
            </a:r>
          </a:p>
        </p:txBody>
      </p:sp>
      <p:sp>
        <p:nvSpPr>
          <p:cNvPr id="7" name="participant">
            <a:extLst xmlns:a="http://schemas.openxmlformats.org/drawingml/2006/main">
              <a:ext uri="{FF2B5EF4-FFF2-40B4-BE49-F238E27FC236}">
                <a16:creationId xmlns:a16="http://schemas.microsoft.com/office/drawing/2014/main" id="{872A25B0-3A44-4667-AC40-8BAFD369761E}"/>
              </a:ext>
            </a:extLst>
          </p:cNvPr>
          <p:cNvSpPr>
            <a:spLocks xmlns:a="http://schemas.openxmlformats.org/drawingml/2006/main" noGrp="1"/>
          </p:cNvSpPr>
          <p:nvPr/>
        </p:nvSpPr>
        <p:spPr>
          <a:xfrm xmlns:a="http://schemas.openxmlformats.org/drawingml/2006/main">
            <a:off x="814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8" name="participant-name">
            <a:extLst xmlns:a="http://schemas.openxmlformats.org/drawingml/2006/main">
              <a:ext uri="{FF2B5EF4-FFF2-40B4-BE49-F238E27FC236}">
                <a16:creationId xmlns:a16="http://schemas.microsoft.com/office/drawing/2014/main" id="{1295F9DF-82B2-42F0-82B7-5D3F42DF534C}"/>
              </a:ext>
            </a:extLst>
          </p:cNvPr>
          <p:cNvSpPr>
            <a:spLocks xmlns:a="http://schemas.openxmlformats.org/drawingml/2006/main" noGrp="1"/>
          </p:cNvSpPr>
          <p:nvPr/>
        </p:nvSpPr>
        <p:spPr>
          <a:xfrm xmlns:a="http://schemas.openxmlformats.org/drawingml/2006/main">
            <a:off x="866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Operator / UI</a:t>
            </a:r>
          </a:p>
        </p:txBody>
      </p:sp>
      <p:sp>
        <p:nvSpPr>
          <p:cNvPr id="9" name="lifeline">
            <a:extLst xmlns:a="http://schemas.openxmlformats.org/drawingml/2006/main">
              <a:ext uri="{FF2B5EF4-FFF2-40B4-BE49-F238E27FC236}">
                <a16:creationId xmlns:a16="http://schemas.microsoft.com/office/drawing/2014/main" id="{A3B81D9C-E534-4151-805F-B38F3B8E86EC}"/>
              </a:ext>
            </a:extLst>
          </p:cNvPr>
          <p:cNvSpPr>
            <a:spLocks xmlns:a="http://schemas.openxmlformats.org/drawingml/2006/main" noGrp="1"/>
          </p:cNvSpPr>
          <p:nvPr/>
        </p:nvSpPr>
        <p:spPr>
          <a:xfrm xmlns:a="http://schemas.openxmlformats.org/drawingml/2006/main">
            <a:off x="1809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0" name="participant">
            <a:extLst xmlns:a="http://schemas.openxmlformats.org/drawingml/2006/main">
              <a:ext uri="{FF2B5EF4-FFF2-40B4-BE49-F238E27FC236}">
                <a16:creationId xmlns:a16="http://schemas.microsoft.com/office/drawing/2014/main" id="{DE640E49-CE14-47F3-BDB4-49815FA7298D}"/>
              </a:ext>
            </a:extLst>
          </p:cNvPr>
          <p:cNvSpPr>
            <a:spLocks xmlns:a="http://schemas.openxmlformats.org/drawingml/2006/main" noGrp="1"/>
          </p:cNvSpPr>
          <p:nvPr/>
        </p:nvSpPr>
        <p:spPr>
          <a:xfrm xmlns:a="http://schemas.openxmlformats.org/drawingml/2006/main">
            <a:off x="3608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1" name="participant-name">
            <a:extLst xmlns:a="http://schemas.openxmlformats.org/drawingml/2006/main">
              <a:ext uri="{FF2B5EF4-FFF2-40B4-BE49-F238E27FC236}">
                <a16:creationId xmlns:a16="http://schemas.microsoft.com/office/drawing/2014/main" id="{EC0719C1-9E65-4080-A83E-20858B81BFE3}"/>
              </a:ext>
            </a:extLst>
          </p:cNvPr>
          <p:cNvSpPr>
            <a:spLocks xmlns:a="http://schemas.openxmlformats.org/drawingml/2006/main" noGrp="1"/>
          </p:cNvSpPr>
          <p:nvPr/>
        </p:nvSpPr>
        <p:spPr>
          <a:xfrm xmlns:a="http://schemas.openxmlformats.org/drawingml/2006/main">
            <a:off x="3660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FastAPI</a:t>
            </a:r>
          </a:p>
        </p:txBody>
      </p:sp>
      <p:sp>
        <p:nvSpPr>
          <p:cNvPr id="12" name="lifeline">
            <a:extLst xmlns:a="http://schemas.openxmlformats.org/drawingml/2006/main">
              <a:ext uri="{FF2B5EF4-FFF2-40B4-BE49-F238E27FC236}">
                <a16:creationId xmlns:a16="http://schemas.microsoft.com/office/drawing/2014/main" id="{02302987-5AD6-4EBE-98F0-33D9CF21D8D7}"/>
              </a:ext>
            </a:extLst>
          </p:cNvPr>
          <p:cNvSpPr>
            <a:spLocks xmlns:a="http://schemas.openxmlformats.org/drawingml/2006/main" noGrp="1"/>
          </p:cNvSpPr>
          <p:nvPr/>
        </p:nvSpPr>
        <p:spPr>
          <a:xfrm xmlns:a="http://schemas.openxmlformats.org/drawingml/2006/main">
            <a:off x="4603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3" name="participant">
            <a:extLst xmlns:a="http://schemas.openxmlformats.org/drawingml/2006/main">
              <a:ext uri="{FF2B5EF4-FFF2-40B4-BE49-F238E27FC236}">
                <a16:creationId xmlns:a16="http://schemas.microsoft.com/office/drawing/2014/main" id="{FDA7DF7A-4925-4B87-BFAA-ED7D9F468167}"/>
              </a:ext>
            </a:extLst>
          </p:cNvPr>
          <p:cNvSpPr>
            <a:spLocks xmlns:a="http://schemas.openxmlformats.org/drawingml/2006/main" noGrp="1"/>
          </p:cNvSpPr>
          <p:nvPr/>
        </p:nvSpPr>
        <p:spPr>
          <a:xfrm xmlns:a="http://schemas.openxmlformats.org/drawingml/2006/main">
            <a:off x="6402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4" name="participant-name">
            <a:extLst xmlns:a="http://schemas.openxmlformats.org/drawingml/2006/main">
              <a:ext uri="{FF2B5EF4-FFF2-40B4-BE49-F238E27FC236}">
                <a16:creationId xmlns:a16="http://schemas.microsoft.com/office/drawing/2014/main" id="{B45D5325-F222-4C4F-A0A0-10A8D382396D}"/>
              </a:ext>
            </a:extLst>
          </p:cNvPr>
          <p:cNvSpPr>
            <a:spLocks xmlns:a="http://schemas.openxmlformats.org/drawingml/2006/main" noGrp="1"/>
          </p:cNvSpPr>
          <p:nvPr/>
        </p:nvSpPr>
        <p:spPr>
          <a:xfrm xmlns:a="http://schemas.openxmlformats.org/drawingml/2006/main">
            <a:off x="6454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Video / YOLO</a:t>
            </a:r>
          </a:p>
        </p:txBody>
      </p:sp>
      <p:sp>
        <p:nvSpPr>
          <p:cNvPr id="15" name="lifeline">
            <a:extLst xmlns:a="http://schemas.openxmlformats.org/drawingml/2006/main">
              <a:ext uri="{FF2B5EF4-FFF2-40B4-BE49-F238E27FC236}">
                <a16:creationId xmlns:a16="http://schemas.microsoft.com/office/drawing/2014/main" id="{005615DA-35F2-4185-9078-F105D9F955F1}"/>
              </a:ext>
            </a:extLst>
          </p:cNvPr>
          <p:cNvSpPr>
            <a:spLocks xmlns:a="http://schemas.openxmlformats.org/drawingml/2006/main" noGrp="1"/>
          </p:cNvSpPr>
          <p:nvPr/>
        </p:nvSpPr>
        <p:spPr>
          <a:xfrm xmlns:a="http://schemas.openxmlformats.org/drawingml/2006/main">
            <a:off x="7397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6" name="participant">
            <a:extLst xmlns:a="http://schemas.openxmlformats.org/drawingml/2006/main">
              <a:ext uri="{FF2B5EF4-FFF2-40B4-BE49-F238E27FC236}">
                <a16:creationId xmlns:a16="http://schemas.microsoft.com/office/drawing/2014/main" id="{05EC7F53-463B-4CC1-B470-BAD8AC7FC6C9}"/>
              </a:ext>
            </a:extLst>
          </p:cNvPr>
          <p:cNvSpPr>
            <a:spLocks xmlns:a="http://schemas.openxmlformats.org/drawingml/2006/main" noGrp="1"/>
          </p:cNvSpPr>
          <p:nvPr/>
        </p:nvSpPr>
        <p:spPr>
          <a:xfrm xmlns:a="http://schemas.openxmlformats.org/drawingml/2006/main">
            <a:off x="9196388" y="1767840"/>
            <a:ext cx="1990725"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17" name="participant-name">
            <a:extLst xmlns:a="http://schemas.openxmlformats.org/drawingml/2006/main">
              <a:ext uri="{FF2B5EF4-FFF2-40B4-BE49-F238E27FC236}">
                <a16:creationId xmlns:a16="http://schemas.microsoft.com/office/drawing/2014/main" id="{FD851ED9-86E1-4147-A01C-91E31C200DBC}"/>
              </a:ext>
            </a:extLst>
          </p:cNvPr>
          <p:cNvSpPr>
            <a:spLocks xmlns:a="http://schemas.openxmlformats.org/drawingml/2006/main" noGrp="1"/>
          </p:cNvSpPr>
          <p:nvPr/>
        </p:nvSpPr>
        <p:spPr>
          <a:xfrm xmlns:a="http://schemas.openxmlformats.org/drawingml/2006/main">
            <a:off x="9248775" y="1800606"/>
            <a:ext cx="1885950" cy="466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32C46"/>
                </a:solidFill>
                <a:latin typeface="Arial"/>
                <a:ea typeface="Arial"/>
                <a:cs typeface="Arial"/>
              </a:defRPr>
            </a:defPPr>
            <a:lvl1pPr algn="ctr">
              <a:defRPr sz="1500" b="1">
                <a:solidFill>
                  <a:srgbClr val="132C46"/>
                </a:solidFill>
                <a:latin typeface="Arial"/>
                <a:ea typeface="Arial"/>
                <a:cs typeface="Arial"/>
              </a:defRPr>
            </a:lvl1pPr>
            <a:lvl2pPr algn="ctr">
              <a:defRPr sz="1500" b="1">
                <a:solidFill>
                  <a:srgbClr val="132C46"/>
                </a:solidFill>
                <a:latin typeface="Arial"/>
                <a:ea typeface="Arial"/>
                <a:cs typeface="Arial"/>
              </a:defRPr>
            </a:lvl2pPr>
            <a:lvl3pPr algn="ctr">
              <a:defRPr sz="1500" b="1">
                <a:solidFill>
                  <a:srgbClr val="132C46"/>
                </a:solidFill>
                <a:latin typeface="Arial"/>
                <a:ea typeface="Arial"/>
                <a:cs typeface="Arial"/>
              </a:defRPr>
            </a:lvl3pPr>
            <a:lvl4pPr algn="ctr">
              <a:defRPr sz="1500" b="1">
                <a:solidFill>
                  <a:srgbClr val="132C46"/>
                </a:solidFill>
                <a:latin typeface="Arial"/>
                <a:ea typeface="Arial"/>
                <a:cs typeface="Arial"/>
              </a:defRPr>
            </a:lvl4pPr>
            <a:lvl5pPr algn="ctr">
              <a:defRPr sz="1500" b="1">
                <a:solidFill>
                  <a:srgbClr val="132C46"/>
                </a:solidFill>
                <a:latin typeface="Arial"/>
                <a:ea typeface="Arial"/>
                <a:cs typeface="Arial"/>
              </a:defRPr>
            </a:lvl5pPr>
            <a:lvl6pPr algn="ctr">
              <a:defRPr sz="1500" b="1">
                <a:solidFill>
                  <a:srgbClr val="132C46"/>
                </a:solidFill>
                <a:latin typeface="Arial"/>
                <a:ea typeface="Arial"/>
                <a:cs typeface="Arial"/>
              </a:defRPr>
            </a:lvl6pPr>
            <a:lvl7pPr algn="ctr">
              <a:defRPr sz="1500" b="1">
                <a:solidFill>
                  <a:srgbClr val="132C46"/>
                </a:solidFill>
                <a:latin typeface="Arial"/>
                <a:ea typeface="Arial"/>
                <a:cs typeface="Arial"/>
              </a:defRPr>
            </a:lvl7pPr>
            <a:lvl8pPr algn="ctr">
              <a:defRPr sz="1500" b="1">
                <a:solidFill>
                  <a:srgbClr val="132C46"/>
                </a:solidFill>
                <a:latin typeface="Arial"/>
                <a:ea typeface="Arial"/>
                <a:cs typeface="Arial"/>
              </a:defRPr>
            </a:lvl8pPr>
            <a:lvl9pPr algn="ctr">
              <a:defRPr sz="1500" b="1">
                <a:solidFill>
                  <a:srgbClr val="132C46"/>
                </a:solidFill>
                <a:latin typeface="Arial"/>
                <a:ea typeface="Arial"/>
                <a:cs typeface="Arial"/>
              </a:defRPr>
            </a:lvl9pPr>
          </a:lstStyle>
          <a:p xmlns:a="http://schemas.openxmlformats.org/drawingml/2006/main">
            <a:pPr algn="ctr">
              <a:defRPr sz="1500" b="1">
                <a:solidFill>
                  <a:srgbClr val="132C46"/>
                </a:solidFill>
                <a:latin typeface="Arial"/>
                <a:ea typeface="Arial"/>
                <a:cs typeface="Arial"/>
              </a:defRPr>
            </a:pPr>
            <a:r>
              <a:rPr sz="1500" b="1">
                <a:solidFill>
                  <a:srgbClr val="132C46"/>
                </a:solidFill>
                <a:latin typeface="Arial"/>
                <a:ea typeface="Arial"/>
                <a:cs typeface="Arial"/>
              </a:rPr>
              <a:t>Tracker / UI</a:t>
            </a:r>
          </a:p>
        </p:txBody>
      </p:sp>
      <p:sp>
        <p:nvSpPr>
          <p:cNvPr id="18" name="lifeline">
            <a:extLst xmlns:a="http://schemas.openxmlformats.org/drawingml/2006/main">
              <a:ext uri="{FF2B5EF4-FFF2-40B4-BE49-F238E27FC236}">
                <a16:creationId xmlns:a16="http://schemas.microsoft.com/office/drawing/2014/main" id="{BE5588C4-B0E4-41DD-9C5F-1C121EC607F8}"/>
              </a:ext>
            </a:extLst>
          </p:cNvPr>
          <p:cNvSpPr>
            <a:spLocks xmlns:a="http://schemas.openxmlformats.org/drawingml/2006/main" noGrp="1"/>
          </p:cNvSpPr>
          <p:nvPr/>
        </p:nvSpPr>
        <p:spPr>
          <a:xfrm xmlns:a="http://schemas.openxmlformats.org/drawingml/2006/main">
            <a:off x="10191750" y="2300288"/>
            <a:ext cx="9525" cy="3358515"/>
          </a:xfrm>
          <a:custGeom xmlns:a="http://schemas.openxmlformats.org/drawingml/2006/main">
            <a:pathLst>
              <a:path w="9525" h="3358515">
                <a:moveTo>
                  <a:pt x="0" y="0"/>
                </a:moveTo>
                <a:lnTo>
                  <a:pt x="0" y="3358515"/>
                </a:lnTo>
              </a:path>
            </a:pathLst>
          </a:custGeom>
          <a:noFill xmlns:a="http://schemas.openxmlformats.org/drawingml/2006/main"/>
          <a:ln xmlns:a="http://schemas.openxmlformats.org/drawingml/2006/main" w="19050">
            <a:solidFill>
              <a:srgbClr val="087E8B"/>
            </a:solidFill>
            <a:prstDash val="dash"/>
          </a:ln>
        </p:spPr>
      </p:sp>
      <p:sp>
        <p:nvSpPr>
          <p:cNvPr id="19" name="relationship">
            <a:extLst xmlns:a="http://schemas.openxmlformats.org/drawingml/2006/main">
              <a:ext uri="{FF2B5EF4-FFF2-40B4-BE49-F238E27FC236}">
                <a16:creationId xmlns:a16="http://schemas.microsoft.com/office/drawing/2014/main" id="{A5BF5F1C-7BA4-4544-A3B2-587DA18FAA18}"/>
              </a:ext>
            </a:extLst>
          </p:cNvPr>
          <p:cNvSpPr>
            <a:spLocks xmlns:a="http://schemas.openxmlformats.org/drawingml/2006/main" noGrp="1"/>
          </p:cNvSpPr>
          <p:nvPr/>
        </p:nvSpPr>
        <p:spPr>
          <a:xfrm xmlns:a="http://schemas.openxmlformats.org/drawingml/2006/main">
            <a:off x="1809750" y="2668905"/>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1B1B8751-0C10-4A70-8930-43D095EFDE42}"/>
              </a:ext>
            </a:extLst>
          </p:cNvPr>
          <p:cNvSpPr>
            <a:spLocks xmlns:a="http://schemas.openxmlformats.org/drawingml/2006/main" noGrp="1"/>
          </p:cNvSpPr>
          <p:nvPr/>
        </p:nvSpPr>
        <p:spPr>
          <a:xfrm xmlns:a="http://schemas.openxmlformats.org/drawingml/2006/main">
            <a:off x="4517982" y="266890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CC7DB28C-5F9F-4AD3-A869-C7B8C0EF17AF}"/>
              </a:ext>
            </a:extLst>
          </p:cNvPr>
          <p:cNvSpPr>
            <a:spLocks xmlns:a="http://schemas.openxmlformats.org/drawingml/2006/main" noGrp="1"/>
          </p:cNvSpPr>
          <p:nvPr/>
        </p:nvSpPr>
        <p:spPr>
          <a:xfrm xmlns:a="http://schemas.openxmlformats.org/drawingml/2006/main">
            <a:off x="4517982" y="26274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10DDD542-CC10-49D0-A63B-D29DABE1D988}"/>
              </a:ext>
            </a:extLst>
          </p:cNvPr>
          <p:cNvSpPr>
            <a:spLocks xmlns:a="http://schemas.openxmlformats.org/drawingml/2006/main" noGrp="1"/>
          </p:cNvSpPr>
          <p:nvPr/>
        </p:nvSpPr>
        <p:spPr>
          <a:xfrm xmlns:a="http://schemas.openxmlformats.org/drawingml/2006/main">
            <a:off x="1673225" y="2383155"/>
            <a:ext cx="3067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1. Upload video + choose model</a:t>
            </a:r>
          </a:p>
        </p:txBody>
      </p:sp>
      <p:sp>
        <p:nvSpPr>
          <p:cNvPr id="23" name="self-call">
            <a:extLst xmlns:a="http://schemas.openxmlformats.org/drawingml/2006/main">
              <a:ext uri="{FF2B5EF4-FFF2-40B4-BE49-F238E27FC236}">
                <a16:creationId xmlns:a16="http://schemas.microsoft.com/office/drawing/2014/main" id="{77CFD47A-D09E-43E4-8E27-B8AB0340933A}"/>
              </a:ext>
            </a:extLst>
          </p:cNvPr>
          <p:cNvSpPr>
            <a:spLocks xmlns:a="http://schemas.openxmlformats.org/drawingml/2006/main" noGrp="1"/>
          </p:cNvSpPr>
          <p:nvPr/>
        </p:nvSpPr>
        <p:spPr>
          <a:xfrm xmlns:a="http://schemas.openxmlformats.org/drawingml/2006/main">
            <a:off x="4603750" y="2979012"/>
            <a:ext cx="471488" cy="9525"/>
          </a:xfrm>
          <a:custGeom xmlns:a="http://schemas.openxmlformats.org/drawingml/2006/main">
            <a:pathLst>
              <a:path w="471488" h="9525">
                <a:moveTo>
                  <a:pt x="0" y="0"/>
                </a:moveTo>
                <a:lnTo>
                  <a:pt x="471488" y="0"/>
                </a:lnTo>
              </a:path>
            </a:pathLst>
          </a:custGeom>
          <a:noFill xmlns:a="http://schemas.openxmlformats.org/drawingml/2006/main"/>
          <a:ln xmlns:a="http://schemas.openxmlformats.org/drawingml/2006/main" w="19050">
            <a:solidFill>
              <a:srgbClr val="087E8B"/>
            </a:solidFill>
            <a:prstDash val="solid"/>
          </a:ln>
        </p:spPr>
      </p:sp>
      <p:sp>
        <p:nvSpPr>
          <p:cNvPr id="24" name="self-call">
            <a:extLst xmlns:a="http://schemas.openxmlformats.org/drawingml/2006/main">
              <a:ext uri="{FF2B5EF4-FFF2-40B4-BE49-F238E27FC236}">
                <a16:creationId xmlns:a16="http://schemas.microsoft.com/office/drawing/2014/main" id="{54439D97-25BE-45AA-8D3B-49B327D1469A}"/>
              </a:ext>
            </a:extLst>
          </p:cNvPr>
          <p:cNvSpPr>
            <a:spLocks xmlns:a="http://schemas.openxmlformats.org/drawingml/2006/main" noGrp="1"/>
          </p:cNvSpPr>
          <p:nvPr/>
        </p:nvSpPr>
        <p:spPr>
          <a:xfrm xmlns:a="http://schemas.openxmlformats.org/drawingml/2006/main">
            <a:off x="5075238" y="2979012"/>
            <a:ext cx="9525" cy="180213"/>
          </a:xfrm>
          <a:custGeom xmlns:a="http://schemas.openxmlformats.org/drawingml/2006/main">
            <a:pathLst>
              <a:path w="9525" h="180213">
                <a:moveTo>
                  <a:pt x="0" y="0"/>
                </a:moveTo>
                <a:lnTo>
                  <a:pt x="0" y="180213"/>
                </a:lnTo>
              </a:path>
            </a:pathLst>
          </a:custGeom>
          <a:noFill xmlns:a="http://schemas.openxmlformats.org/drawingml/2006/main"/>
          <a:ln xmlns:a="http://schemas.openxmlformats.org/drawingml/2006/main" w="19050">
            <a:solidFill>
              <a:srgbClr val="087E8B"/>
            </a:solidFill>
            <a:prstDash val="solid"/>
          </a:ln>
        </p:spPr>
      </p:sp>
      <p:sp>
        <p:nvSpPr>
          <p:cNvPr id="25" name="relationship">
            <a:extLst xmlns:a="http://schemas.openxmlformats.org/drawingml/2006/main">
              <a:ext uri="{FF2B5EF4-FFF2-40B4-BE49-F238E27FC236}">
                <a16:creationId xmlns:a16="http://schemas.microsoft.com/office/drawing/2014/main" id="{4852A6A5-452A-4390-8FC1-2621715AD708}"/>
              </a:ext>
            </a:extLst>
          </p:cNvPr>
          <p:cNvSpPr>
            <a:spLocks xmlns:a="http://schemas.openxmlformats.org/drawingml/2006/main" noGrp="1"/>
          </p:cNvSpPr>
          <p:nvPr/>
        </p:nvSpPr>
        <p:spPr>
          <a:xfrm xmlns:a="http://schemas.openxmlformats.org/drawingml/2006/main">
            <a:off x="4603750" y="3159225"/>
            <a:ext cx="471488" cy="9525"/>
          </a:xfrm>
          <a:custGeom xmlns:a="http://schemas.openxmlformats.org/drawingml/2006/main">
            <a:pathLst>
              <a:path w="471488" h="9525">
                <a:moveTo>
                  <a:pt x="471488" y="0"/>
                </a:moveTo>
                <a:lnTo>
                  <a:pt x="0" y="0"/>
                </a:lnTo>
              </a:path>
            </a:pathLst>
          </a:custGeom>
          <a:noFill xmlns:a="http://schemas.openxmlformats.org/drawingml/2006/main"/>
          <a:ln xmlns:a="http://schemas.openxmlformats.org/drawingml/2006/main" w="19050">
            <a:solidFill>
              <a:srgbClr val="087E8B"/>
            </a:solidFill>
            <a:prstDash val="solid"/>
          </a:ln>
        </p:spPr>
      </p:sp>
      <p:sp>
        <p:nvSpPr>
          <p:cNvPr id="26" name="arrow-head">
            <a:extLst xmlns:a="http://schemas.openxmlformats.org/drawingml/2006/main">
              <a:ext uri="{FF2B5EF4-FFF2-40B4-BE49-F238E27FC236}">
                <a16:creationId xmlns:a16="http://schemas.microsoft.com/office/drawing/2014/main" id="{3E949593-7E81-4EC8-8F99-75877A23FF6D}"/>
              </a:ext>
            </a:extLst>
          </p:cNvPr>
          <p:cNvSpPr>
            <a:spLocks xmlns:a="http://schemas.openxmlformats.org/drawingml/2006/main" noGrp="1"/>
          </p:cNvSpPr>
          <p:nvPr/>
        </p:nvSpPr>
        <p:spPr>
          <a:xfrm xmlns:a="http://schemas.openxmlformats.org/drawingml/2006/main">
            <a:off x="4603750" y="3117794"/>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27" name="arrow-head">
            <a:extLst xmlns:a="http://schemas.openxmlformats.org/drawingml/2006/main">
              <a:ext uri="{FF2B5EF4-FFF2-40B4-BE49-F238E27FC236}">
                <a16:creationId xmlns:a16="http://schemas.microsoft.com/office/drawing/2014/main" id="{6D756827-257B-47A4-80AD-BF57EDE9A4E5}"/>
              </a:ext>
            </a:extLst>
          </p:cNvPr>
          <p:cNvSpPr>
            <a:spLocks xmlns:a="http://schemas.openxmlformats.org/drawingml/2006/main" noGrp="1"/>
          </p:cNvSpPr>
          <p:nvPr/>
        </p:nvSpPr>
        <p:spPr>
          <a:xfrm xmlns:a="http://schemas.openxmlformats.org/drawingml/2006/main">
            <a:off x="4603750" y="315922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28" name="self-call-label">
            <a:extLst xmlns:a="http://schemas.openxmlformats.org/drawingml/2006/main">
              <a:ext uri="{FF2B5EF4-FFF2-40B4-BE49-F238E27FC236}">
                <a16:creationId xmlns:a16="http://schemas.microsoft.com/office/drawing/2014/main" id="{0EA78C7C-8E96-443F-9C29-6B4FD4902A3C}"/>
              </a:ext>
            </a:extLst>
          </p:cNvPr>
          <p:cNvSpPr>
            <a:spLocks xmlns:a="http://schemas.openxmlformats.org/drawingml/2006/main" noGrp="1"/>
          </p:cNvSpPr>
          <p:nvPr/>
        </p:nvSpPr>
        <p:spPr>
          <a:xfrm xmlns:a="http://schemas.openxmlformats.org/drawingml/2006/main">
            <a:off x="4687570" y="2712312"/>
            <a:ext cx="41719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4C6073"/>
                </a:solidFill>
                <a:latin typeface="Arial"/>
                <a:ea typeface="Arial"/>
                <a:cs typeface="Arial"/>
              </a:defRPr>
            </a:defPPr>
            <a:lvl1pPr algn="l">
              <a:defRPr sz="1275" b="0">
                <a:solidFill>
                  <a:srgbClr val="4C6073"/>
                </a:solidFill>
                <a:latin typeface="Arial"/>
                <a:ea typeface="Arial"/>
                <a:cs typeface="Arial"/>
              </a:defRPr>
            </a:lvl1pPr>
            <a:lvl2pPr algn="l">
              <a:defRPr sz="1275" b="0">
                <a:solidFill>
                  <a:srgbClr val="4C6073"/>
                </a:solidFill>
                <a:latin typeface="Arial"/>
                <a:ea typeface="Arial"/>
                <a:cs typeface="Arial"/>
              </a:defRPr>
            </a:lvl2pPr>
            <a:lvl3pPr algn="l">
              <a:defRPr sz="1275" b="0">
                <a:solidFill>
                  <a:srgbClr val="4C6073"/>
                </a:solidFill>
                <a:latin typeface="Arial"/>
                <a:ea typeface="Arial"/>
                <a:cs typeface="Arial"/>
              </a:defRPr>
            </a:lvl3pPr>
            <a:lvl4pPr algn="l">
              <a:defRPr sz="1275" b="0">
                <a:solidFill>
                  <a:srgbClr val="4C6073"/>
                </a:solidFill>
                <a:latin typeface="Arial"/>
                <a:ea typeface="Arial"/>
                <a:cs typeface="Arial"/>
              </a:defRPr>
            </a:lvl4pPr>
            <a:lvl5pPr algn="l">
              <a:defRPr sz="1275" b="0">
                <a:solidFill>
                  <a:srgbClr val="4C6073"/>
                </a:solidFill>
                <a:latin typeface="Arial"/>
                <a:ea typeface="Arial"/>
                <a:cs typeface="Arial"/>
              </a:defRPr>
            </a:lvl5pPr>
            <a:lvl6pPr algn="l">
              <a:defRPr sz="1275" b="0">
                <a:solidFill>
                  <a:srgbClr val="4C6073"/>
                </a:solidFill>
                <a:latin typeface="Arial"/>
                <a:ea typeface="Arial"/>
                <a:cs typeface="Arial"/>
              </a:defRPr>
            </a:lvl6pPr>
            <a:lvl7pPr algn="l">
              <a:defRPr sz="1275" b="0">
                <a:solidFill>
                  <a:srgbClr val="4C6073"/>
                </a:solidFill>
                <a:latin typeface="Arial"/>
                <a:ea typeface="Arial"/>
                <a:cs typeface="Arial"/>
              </a:defRPr>
            </a:lvl7pPr>
            <a:lvl8pPr algn="l">
              <a:defRPr sz="1275" b="0">
                <a:solidFill>
                  <a:srgbClr val="4C6073"/>
                </a:solidFill>
                <a:latin typeface="Arial"/>
                <a:ea typeface="Arial"/>
                <a:cs typeface="Arial"/>
              </a:defRPr>
            </a:lvl8pPr>
            <a:lvl9pPr algn="l">
              <a:defRPr sz="1275" b="0">
                <a:solidFill>
                  <a:srgbClr val="4C6073"/>
                </a:solidFill>
                <a:latin typeface="Arial"/>
                <a:ea typeface="Arial"/>
                <a:cs typeface="Arial"/>
              </a:defRPr>
            </a:lvl9pPr>
          </a:lstStyle>
          <a:p xmlns:a="http://schemas.openxmlformats.org/drawingml/2006/main">
            <a:pPr algn="l">
              <a:defRPr sz="1275" b="0">
                <a:solidFill>
                  <a:srgbClr val="4C6073"/>
                </a:solidFill>
                <a:latin typeface="Arial"/>
                <a:ea typeface="Arial"/>
                <a:cs typeface="Arial"/>
              </a:defRPr>
            </a:pPr>
            <a:r>
              <a:rPr sz="1275" b="0">
                <a:solidFill>
                  <a:srgbClr val="4C6073"/>
                </a:solidFill>
                <a:latin typeface="Arial"/>
                <a:ea typeface="Arial"/>
                <a:cs typeface="Arial"/>
              </a:rPr>
              <a:t>Check demo mode, token, size and decoding</a:t>
            </a:r>
          </a:p>
        </p:txBody>
      </p:sp>
      <p:sp>
        <p:nvSpPr>
          <p:cNvPr id="29" name="relationship">
            <a:extLst xmlns:a="http://schemas.openxmlformats.org/drawingml/2006/main">
              <a:ext uri="{FF2B5EF4-FFF2-40B4-BE49-F238E27FC236}">
                <a16:creationId xmlns:a16="http://schemas.microsoft.com/office/drawing/2014/main" id="{5392A729-C023-4A1F-A43D-DF6173D010BF}"/>
              </a:ext>
            </a:extLst>
          </p:cNvPr>
          <p:cNvSpPr>
            <a:spLocks xmlns:a="http://schemas.openxmlformats.org/drawingml/2006/main" noGrp="1"/>
          </p:cNvSpPr>
          <p:nvPr/>
        </p:nvSpPr>
        <p:spPr>
          <a:xfrm xmlns:a="http://schemas.openxmlformats.org/drawingml/2006/main">
            <a:off x="4603750" y="3534864"/>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30" name="arrow-head">
            <a:extLst xmlns:a="http://schemas.openxmlformats.org/drawingml/2006/main">
              <a:ext uri="{FF2B5EF4-FFF2-40B4-BE49-F238E27FC236}">
                <a16:creationId xmlns:a16="http://schemas.microsoft.com/office/drawing/2014/main" id="{046074AC-741A-4274-A3AD-B6661ED313ED}"/>
              </a:ext>
            </a:extLst>
          </p:cNvPr>
          <p:cNvSpPr>
            <a:spLocks xmlns:a="http://schemas.openxmlformats.org/drawingml/2006/main" noGrp="1"/>
          </p:cNvSpPr>
          <p:nvPr/>
        </p:nvSpPr>
        <p:spPr>
          <a:xfrm xmlns:a="http://schemas.openxmlformats.org/drawingml/2006/main">
            <a:off x="7311982" y="3534864"/>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31" name="arrow-head">
            <a:extLst xmlns:a="http://schemas.openxmlformats.org/drawingml/2006/main">
              <a:ext uri="{FF2B5EF4-FFF2-40B4-BE49-F238E27FC236}">
                <a16:creationId xmlns:a16="http://schemas.microsoft.com/office/drawing/2014/main" id="{3AF1EF9B-C9BB-4140-88F8-1036F17190A1}"/>
              </a:ext>
            </a:extLst>
          </p:cNvPr>
          <p:cNvSpPr>
            <a:spLocks xmlns:a="http://schemas.openxmlformats.org/drawingml/2006/main" noGrp="1"/>
          </p:cNvSpPr>
          <p:nvPr/>
        </p:nvSpPr>
        <p:spPr>
          <a:xfrm xmlns:a="http://schemas.openxmlformats.org/drawingml/2006/main">
            <a:off x="7311982" y="3493433"/>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32" name="relationship-label">
            <a:extLst xmlns:a="http://schemas.openxmlformats.org/drawingml/2006/main">
              <a:ext uri="{FF2B5EF4-FFF2-40B4-BE49-F238E27FC236}">
                <a16:creationId xmlns:a16="http://schemas.microsoft.com/office/drawing/2014/main" id="{B6D46BF5-0B3D-4116-A510-FF15D7FA35C3}"/>
              </a:ext>
            </a:extLst>
          </p:cNvPr>
          <p:cNvSpPr>
            <a:spLocks xmlns:a="http://schemas.openxmlformats.org/drawingml/2006/main" noGrp="1"/>
          </p:cNvSpPr>
          <p:nvPr/>
        </p:nvSpPr>
        <p:spPr>
          <a:xfrm xmlns:a="http://schemas.openxmlformats.org/drawingml/2006/main">
            <a:off x="3895725" y="3249114"/>
            <a:ext cx="42100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3. Swap source; clear lease and old tracks</a:t>
            </a:r>
          </a:p>
        </p:txBody>
      </p:sp>
      <p:sp>
        <p:nvSpPr>
          <p:cNvPr id="33" name="self-call">
            <a:extLst xmlns:a="http://schemas.openxmlformats.org/drawingml/2006/main">
              <a:ext uri="{FF2B5EF4-FFF2-40B4-BE49-F238E27FC236}">
                <a16:creationId xmlns:a16="http://schemas.microsoft.com/office/drawing/2014/main" id="{73BDB174-576F-4677-A849-BA32490D0567}"/>
              </a:ext>
            </a:extLst>
          </p:cNvPr>
          <p:cNvSpPr>
            <a:spLocks xmlns:a="http://schemas.openxmlformats.org/drawingml/2006/main" noGrp="1"/>
          </p:cNvSpPr>
          <p:nvPr/>
        </p:nvSpPr>
        <p:spPr>
          <a:xfrm xmlns:a="http://schemas.openxmlformats.org/drawingml/2006/main">
            <a:off x="7397750" y="3844970"/>
            <a:ext cx="471488" cy="9525"/>
          </a:xfrm>
          <a:custGeom xmlns:a="http://schemas.openxmlformats.org/drawingml/2006/main">
            <a:pathLst>
              <a:path w="471488" h="9525">
                <a:moveTo>
                  <a:pt x="0" y="0"/>
                </a:moveTo>
                <a:lnTo>
                  <a:pt x="471488" y="0"/>
                </a:lnTo>
              </a:path>
            </a:pathLst>
          </a:custGeom>
          <a:noFill xmlns:a="http://schemas.openxmlformats.org/drawingml/2006/main"/>
          <a:ln xmlns:a="http://schemas.openxmlformats.org/drawingml/2006/main" w="19050">
            <a:solidFill>
              <a:srgbClr val="087E8B"/>
            </a:solidFill>
            <a:prstDash val="solid"/>
          </a:ln>
        </p:spPr>
      </p:sp>
      <p:sp>
        <p:nvSpPr>
          <p:cNvPr id="34" name="self-call">
            <a:extLst xmlns:a="http://schemas.openxmlformats.org/drawingml/2006/main">
              <a:ext uri="{FF2B5EF4-FFF2-40B4-BE49-F238E27FC236}">
                <a16:creationId xmlns:a16="http://schemas.microsoft.com/office/drawing/2014/main" id="{A7554D69-90DB-40D9-9FEE-5A03D56DB8CB}"/>
              </a:ext>
            </a:extLst>
          </p:cNvPr>
          <p:cNvSpPr>
            <a:spLocks xmlns:a="http://schemas.openxmlformats.org/drawingml/2006/main" noGrp="1"/>
          </p:cNvSpPr>
          <p:nvPr/>
        </p:nvSpPr>
        <p:spPr>
          <a:xfrm xmlns:a="http://schemas.openxmlformats.org/drawingml/2006/main">
            <a:off x="7869238" y="3844970"/>
            <a:ext cx="9525" cy="180213"/>
          </a:xfrm>
          <a:custGeom xmlns:a="http://schemas.openxmlformats.org/drawingml/2006/main">
            <a:pathLst>
              <a:path w="9525" h="180213">
                <a:moveTo>
                  <a:pt x="0" y="0"/>
                </a:moveTo>
                <a:lnTo>
                  <a:pt x="0" y="180213"/>
                </a:lnTo>
              </a:path>
            </a:pathLst>
          </a:custGeom>
          <a:noFill xmlns:a="http://schemas.openxmlformats.org/drawingml/2006/main"/>
          <a:ln xmlns:a="http://schemas.openxmlformats.org/drawingml/2006/main" w="19050">
            <a:solidFill>
              <a:srgbClr val="087E8B"/>
            </a:solidFill>
            <a:prstDash val="solid"/>
          </a:ln>
        </p:spPr>
      </p:sp>
      <p:sp>
        <p:nvSpPr>
          <p:cNvPr id="35" name="relationship">
            <a:extLst xmlns:a="http://schemas.openxmlformats.org/drawingml/2006/main">
              <a:ext uri="{FF2B5EF4-FFF2-40B4-BE49-F238E27FC236}">
                <a16:creationId xmlns:a16="http://schemas.microsoft.com/office/drawing/2014/main" id="{BBB19E2A-D1CA-4DC9-822F-4C5CCC359E8D}"/>
              </a:ext>
            </a:extLst>
          </p:cNvPr>
          <p:cNvSpPr>
            <a:spLocks xmlns:a="http://schemas.openxmlformats.org/drawingml/2006/main" noGrp="1"/>
          </p:cNvSpPr>
          <p:nvPr/>
        </p:nvSpPr>
        <p:spPr>
          <a:xfrm xmlns:a="http://schemas.openxmlformats.org/drawingml/2006/main">
            <a:off x="7397750" y="4025183"/>
            <a:ext cx="471488" cy="9525"/>
          </a:xfrm>
          <a:custGeom xmlns:a="http://schemas.openxmlformats.org/drawingml/2006/main">
            <a:pathLst>
              <a:path w="471488" h="9525">
                <a:moveTo>
                  <a:pt x="471488" y="0"/>
                </a:moveTo>
                <a:lnTo>
                  <a:pt x="0" y="0"/>
                </a:lnTo>
              </a:path>
            </a:pathLst>
          </a:custGeom>
          <a:noFill xmlns:a="http://schemas.openxmlformats.org/drawingml/2006/main"/>
          <a:ln xmlns:a="http://schemas.openxmlformats.org/drawingml/2006/main" w="19050">
            <a:solidFill>
              <a:srgbClr val="087E8B"/>
            </a:solidFill>
            <a:prstDash val="solid"/>
          </a:ln>
        </p:spPr>
      </p:sp>
      <p:sp>
        <p:nvSpPr>
          <p:cNvPr id="36" name="arrow-head">
            <a:extLst xmlns:a="http://schemas.openxmlformats.org/drawingml/2006/main">
              <a:ext uri="{FF2B5EF4-FFF2-40B4-BE49-F238E27FC236}">
                <a16:creationId xmlns:a16="http://schemas.microsoft.com/office/drawing/2014/main" id="{B6EDAB90-12D4-45ED-BCC8-5B5CF03535F9}"/>
              </a:ext>
            </a:extLst>
          </p:cNvPr>
          <p:cNvSpPr>
            <a:spLocks xmlns:a="http://schemas.openxmlformats.org/drawingml/2006/main" noGrp="1"/>
          </p:cNvSpPr>
          <p:nvPr/>
        </p:nvSpPr>
        <p:spPr>
          <a:xfrm xmlns:a="http://schemas.openxmlformats.org/drawingml/2006/main">
            <a:off x="7397750" y="3983753"/>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37" name="arrow-head">
            <a:extLst xmlns:a="http://schemas.openxmlformats.org/drawingml/2006/main">
              <a:ext uri="{FF2B5EF4-FFF2-40B4-BE49-F238E27FC236}">
                <a16:creationId xmlns:a16="http://schemas.microsoft.com/office/drawing/2014/main" id="{90B6F9BE-9039-4221-B6EC-A6F548AB461C}"/>
              </a:ext>
            </a:extLst>
          </p:cNvPr>
          <p:cNvSpPr>
            <a:spLocks xmlns:a="http://schemas.openxmlformats.org/drawingml/2006/main" noGrp="1"/>
          </p:cNvSpPr>
          <p:nvPr/>
        </p:nvSpPr>
        <p:spPr>
          <a:xfrm xmlns:a="http://schemas.openxmlformats.org/drawingml/2006/main">
            <a:off x="7397750" y="4025183"/>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38" name="self-call-label">
            <a:extLst xmlns:a="http://schemas.openxmlformats.org/drawingml/2006/main">
              <a:ext uri="{FF2B5EF4-FFF2-40B4-BE49-F238E27FC236}">
                <a16:creationId xmlns:a16="http://schemas.microsoft.com/office/drawing/2014/main" id="{A32F9E22-3DDF-445C-A8B0-434C8EF0B3F4}"/>
              </a:ext>
            </a:extLst>
          </p:cNvPr>
          <p:cNvSpPr>
            <a:spLocks xmlns:a="http://schemas.openxmlformats.org/drawingml/2006/main" noGrp="1"/>
          </p:cNvSpPr>
          <p:nvPr/>
        </p:nvSpPr>
        <p:spPr>
          <a:xfrm xmlns:a="http://schemas.openxmlformats.org/drawingml/2006/main">
            <a:off x="7481570" y="3578270"/>
            <a:ext cx="3409950" cy="238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4C6073"/>
                </a:solidFill>
                <a:latin typeface="Arial"/>
                <a:ea typeface="Arial"/>
                <a:cs typeface="Arial"/>
              </a:defRPr>
            </a:defPPr>
            <a:lvl1pPr algn="l">
              <a:defRPr sz="1275" b="0">
                <a:solidFill>
                  <a:srgbClr val="4C6073"/>
                </a:solidFill>
                <a:latin typeface="Arial"/>
                <a:ea typeface="Arial"/>
                <a:cs typeface="Arial"/>
              </a:defRPr>
            </a:lvl1pPr>
            <a:lvl2pPr algn="l">
              <a:defRPr sz="1275" b="0">
                <a:solidFill>
                  <a:srgbClr val="4C6073"/>
                </a:solidFill>
                <a:latin typeface="Arial"/>
                <a:ea typeface="Arial"/>
                <a:cs typeface="Arial"/>
              </a:defRPr>
            </a:lvl2pPr>
            <a:lvl3pPr algn="l">
              <a:defRPr sz="1275" b="0">
                <a:solidFill>
                  <a:srgbClr val="4C6073"/>
                </a:solidFill>
                <a:latin typeface="Arial"/>
                <a:ea typeface="Arial"/>
                <a:cs typeface="Arial"/>
              </a:defRPr>
            </a:lvl3pPr>
            <a:lvl4pPr algn="l">
              <a:defRPr sz="1275" b="0">
                <a:solidFill>
                  <a:srgbClr val="4C6073"/>
                </a:solidFill>
                <a:latin typeface="Arial"/>
                <a:ea typeface="Arial"/>
                <a:cs typeface="Arial"/>
              </a:defRPr>
            </a:lvl4pPr>
            <a:lvl5pPr algn="l">
              <a:defRPr sz="1275" b="0">
                <a:solidFill>
                  <a:srgbClr val="4C6073"/>
                </a:solidFill>
                <a:latin typeface="Arial"/>
                <a:ea typeface="Arial"/>
                <a:cs typeface="Arial"/>
              </a:defRPr>
            </a:lvl5pPr>
            <a:lvl6pPr algn="l">
              <a:defRPr sz="1275" b="0">
                <a:solidFill>
                  <a:srgbClr val="4C6073"/>
                </a:solidFill>
                <a:latin typeface="Arial"/>
                <a:ea typeface="Arial"/>
                <a:cs typeface="Arial"/>
              </a:defRPr>
            </a:lvl6pPr>
            <a:lvl7pPr algn="l">
              <a:defRPr sz="1275" b="0">
                <a:solidFill>
                  <a:srgbClr val="4C6073"/>
                </a:solidFill>
                <a:latin typeface="Arial"/>
                <a:ea typeface="Arial"/>
                <a:cs typeface="Arial"/>
              </a:defRPr>
            </a:lvl7pPr>
            <a:lvl8pPr algn="l">
              <a:defRPr sz="1275" b="0">
                <a:solidFill>
                  <a:srgbClr val="4C6073"/>
                </a:solidFill>
                <a:latin typeface="Arial"/>
                <a:ea typeface="Arial"/>
                <a:cs typeface="Arial"/>
              </a:defRPr>
            </a:lvl8pPr>
            <a:lvl9pPr algn="l">
              <a:defRPr sz="1275" b="0">
                <a:solidFill>
                  <a:srgbClr val="4C6073"/>
                </a:solidFill>
                <a:latin typeface="Arial"/>
                <a:ea typeface="Arial"/>
                <a:cs typeface="Arial"/>
              </a:defRPr>
            </a:lvl9pPr>
          </a:lstStyle>
          <a:p xmlns:a="http://schemas.openxmlformats.org/drawingml/2006/main">
            <a:pPr algn="l">
              <a:defRPr sz="1275" b="0">
                <a:solidFill>
                  <a:srgbClr val="4C6073"/>
                </a:solidFill>
                <a:latin typeface="Arial"/>
                <a:ea typeface="Arial"/>
                <a:cs typeface="Arial"/>
              </a:defRPr>
            </a:pPr>
            <a:r>
              <a:rPr sz="1275" b="0">
                <a:solidFill>
                  <a:srgbClr val="4C6073"/>
                </a:solidFill>
                <a:latin typeface="Arial"/>
                <a:ea typeface="Arial"/>
                <a:cs typeface="Arial"/>
              </a:rPr>
              <a:t>Read latest frame; enhance; infer</a:t>
            </a:r>
          </a:p>
        </p:txBody>
      </p:sp>
      <p:sp>
        <p:nvSpPr>
          <p:cNvPr id="39" name="relationship">
            <a:extLst xmlns:a="http://schemas.openxmlformats.org/drawingml/2006/main">
              <a:ext uri="{FF2B5EF4-FFF2-40B4-BE49-F238E27FC236}">
                <a16:creationId xmlns:a16="http://schemas.microsoft.com/office/drawing/2014/main" id="{051568A4-6FCE-4E5F-82B9-DF5492A3CA66}"/>
              </a:ext>
            </a:extLst>
          </p:cNvPr>
          <p:cNvSpPr>
            <a:spLocks xmlns:a="http://schemas.openxmlformats.org/drawingml/2006/main" noGrp="1"/>
          </p:cNvSpPr>
          <p:nvPr/>
        </p:nvSpPr>
        <p:spPr>
          <a:xfrm xmlns:a="http://schemas.openxmlformats.org/drawingml/2006/main">
            <a:off x="7397750" y="4400822"/>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40" name="arrow-head">
            <a:extLst xmlns:a="http://schemas.openxmlformats.org/drawingml/2006/main">
              <a:ext uri="{FF2B5EF4-FFF2-40B4-BE49-F238E27FC236}">
                <a16:creationId xmlns:a16="http://schemas.microsoft.com/office/drawing/2014/main" id="{34E99F66-AC7E-4C2A-B8E9-51F23130E320}"/>
              </a:ext>
            </a:extLst>
          </p:cNvPr>
          <p:cNvSpPr>
            <a:spLocks xmlns:a="http://schemas.openxmlformats.org/drawingml/2006/main" noGrp="1"/>
          </p:cNvSpPr>
          <p:nvPr/>
        </p:nvSpPr>
        <p:spPr>
          <a:xfrm xmlns:a="http://schemas.openxmlformats.org/drawingml/2006/main">
            <a:off x="10105982" y="4400822"/>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41" name="arrow-head">
            <a:extLst xmlns:a="http://schemas.openxmlformats.org/drawingml/2006/main">
              <a:ext uri="{FF2B5EF4-FFF2-40B4-BE49-F238E27FC236}">
                <a16:creationId xmlns:a16="http://schemas.microsoft.com/office/drawing/2014/main" id="{FDE1F4C6-98AA-4A70-8637-291BF1146F4E}"/>
              </a:ext>
            </a:extLst>
          </p:cNvPr>
          <p:cNvSpPr>
            <a:spLocks xmlns:a="http://schemas.openxmlformats.org/drawingml/2006/main" noGrp="1"/>
          </p:cNvSpPr>
          <p:nvPr/>
        </p:nvSpPr>
        <p:spPr>
          <a:xfrm xmlns:a="http://schemas.openxmlformats.org/drawingml/2006/main">
            <a:off x="10105982" y="435939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42" name="relationship-label">
            <a:extLst xmlns:a="http://schemas.openxmlformats.org/drawingml/2006/main">
              <a:ext uri="{FF2B5EF4-FFF2-40B4-BE49-F238E27FC236}">
                <a16:creationId xmlns:a16="http://schemas.microsoft.com/office/drawing/2014/main" id="{A1D0FC56-28B9-477E-9966-49830557F850}"/>
              </a:ext>
            </a:extLst>
          </p:cNvPr>
          <p:cNvSpPr>
            <a:spLocks xmlns:a="http://schemas.openxmlformats.org/drawingml/2006/main" noGrp="1"/>
          </p:cNvSpPr>
          <p:nvPr/>
        </p:nvSpPr>
        <p:spPr>
          <a:xfrm xmlns:a="http://schemas.openxmlformats.org/drawingml/2006/main">
            <a:off x="6784975" y="4115072"/>
            <a:ext cx="4019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5. Normalize classes and timestamp boxes</a:t>
            </a:r>
          </a:p>
        </p:txBody>
      </p:sp>
      <p:sp>
        <p:nvSpPr>
          <p:cNvPr id="43" name="relationship">
            <a:extLst xmlns:a="http://schemas.openxmlformats.org/drawingml/2006/main">
              <a:ext uri="{FF2B5EF4-FFF2-40B4-BE49-F238E27FC236}">
                <a16:creationId xmlns:a16="http://schemas.microsoft.com/office/drawing/2014/main" id="{1EE2BB4C-B97A-4EF5-9712-6019249DB124}"/>
              </a:ext>
            </a:extLst>
          </p:cNvPr>
          <p:cNvSpPr>
            <a:spLocks xmlns:a="http://schemas.openxmlformats.org/drawingml/2006/main" noGrp="1"/>
          </p:cNvSpPr>
          <p:nvPr/>
        </p:nvSpPr>
        <p:spPr>
          <a:xfrm xmlns:a="http://schemas.openxmlformats.org/drawingml/2006/main">
            <a:off x="7397750" y="4833801"/>
            <a:ext cx="2794000" cy="9525"/>
          </a:xfrm>
          <a:custGeom xmlns:a="http://schemas.openxmlformats.org/drawingml/2006/main">
            <a:pathLst>
              <a:path w="2794000" h="9525">
                <a:moveTo>
                  <a:pt x="0" y="0"/>
                </a:moveTo>
                <a:lnTo>
                  <a:pt x="2794000" y="0"/>
                </a:lnTo>
              </a:path>
            </a:pathLst>
          </a:custGeom>
          <a:noFill xmlns:a="http://schemas.openxmlformats.org/drawingml/2006/main"/>
          <a:ln xmlns:a="http://schemas.openxmlformats.org/drawingml/2006/main" w="19050">
            <a:solidFill>
              <a:srgbClr val="087E8B"/>
            </a:solidFill>
            <a:prstDash val="solid"/>
          </a:ln>
        </p:spPr>
      </p:sp>
      <p:sp>
        <p:nvSpPr>
          <p:cNvPr id="44" name="arrow-head">
            <a:extLst xmlns:a="http://schemas.openxmlformats.org/drawingml/2006/main">
              <a:ext uri="{FF2B5EF4-FFF2-40B4-BE49-F238E27FC236}">
                <a16:creationId xmlns:a16="http://schemas.microsoft.com/office/drawing/2014/main" id="{123D24A0-377A-4D8C-8BAA-ABC30B028D39}"/>
              </a:ext>
            </a:extLst>
          </p:cNvPr>
          <p:cNvSpPr>
            <a:spLocks xmlns:a="http://schemas.openxmlformats.org/drawingml/2006/main" noGrp="1"/>
          </p:cNvSpPr>
          <p:nvPr/>
        </p:nvSpPr>
        <p:spPr>
          <a:xfrm xmlns:a="http://schemas.openxmlformats.org/drawingml/2006/main">
            <a:off x="10105982" y="4833801"/>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45" name="arrow-head">
            <a:extLst xmlns:a="http://schemas.openxmlformats.org/drawingml/2006/main">
              <a:ext uri="{FF2B5EF4-FFF2-40B4-BE49-F238E27FC236}">
                <a16:creationId xmlns:a16="http://schemas.microsoft.com/office/drawing/2014/main" id="{4669EF42-1745-4BE9-A3F0-68D42567F635}"/>
              </a:ext>
            </a:extLst>
          </p:cNvPr>
          <p:cNvSpPr>
            <a:spLocks xmlns:a="http://schemas.openxmlformats.org/drawingml/2006/main" noGrp="1"/>
          </p:cNvSpPr>
          <p:nvPr/>
        </p:nvSpPr>
        <p:spPr>
          <a:xfrm xmlns:a="http://schemas.openxmlformats.org/drawingml/2006/main">
            <a:off x="10105982" y="4792371"/>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46" name="relationship-label">
            <a:extLst xmlns:a="http://schemas.openxmlformats.org/drawingml/2006/main">
              <a:ext uri="{FF2B5EF4-FFF2-40B4-BE49-F238E27FC236}">
                <a16:creationId xmlns:a16="http://schemas.microsoft.com/office/drawing/2014/main" id="{66689FEE-7457-46B4-B4A9-16AF67666C53}"/>
              </a:ext>
            </a:extLst>
          </p:cNvPr>
          <p:cNvSpPr>
            <a:spLocks xmlns:a="http://schemas.openxmlformats.org/drawingml/2006/main" noGrp="1"/>
          </p:cNvSpPr>
          <p:nvPr/>
        </p:nvSpPr>
        <p:spPr>
          <a:xfrm xmlns:a="http://schemas.openxmlformats.org/drawingml/2006/main">
            <a:off x="6784975" y="4548051"/>
            <a:ext cx="40195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6. Annotated MJPEG for same source frame</a:t>
            </a:r>
          </a:p>
        </p:txBody>
      </p:sp>
      <p:sp>
        <p:nvSpPr>
          <p:cNvPr id="47" name="relationship">
            <a:extLst xmlns:a="http://schemas.openxmlformats.org/drawingml/2006/main">
              <a:ext uri="{FF2B5EF4-FFF2-40B4-BE49-F238E27FC236}">
                <a16:creationId xmlns:a16="http://schemas.microsoft.com/office/drawing/2014/main" id="{7A310A22-5DCC-4178-B0AD-8A13FA6FD6F9}"/>
              </a:ext>
            </a:extLst>
          </p:cNvPr>
          <p:cNvSpPr>
            <a:spLocks xmlns:a="http://schemas.openxmlformats.org/drawingml/2006/main" noGrp="1"/>
          </p:cNvSpPr>
          <p:nvPr/>
        </p:nvSpPr>
        <p:spPr>
          <a:xfrm xmlns:a="http://schemas.openxmlformats.org/drawingml/2006/main">
            <a:off x="1809750" y="5266781"/>
            <a:ext cx="8382000" cy="9525"/>
          </a:xfrm>
          <a:custGeom xmlns:a="http://schemas.openxmlformats.org/drawingml/2006/main">
            <a:pathLst>
              <a:path w="8382000" h="9525">
                <a:moveTo>
                  <a:pt x="8382000" y="0"/>
                </a:moveTo>
                <a:lnTo>
                  <a:pt x="0" y="0"/>
                </a:lnTo>
              </a:path>
            </a:pathLst>
          </a:custGeom>
          <a:noFill xmlns:a="http://schemas.openxmlformats.org/drawingml/2006/main"/>
          <a:ln xmlns:a="http://schemas.openxmlformats.org/drawingml/2006/main" w="19050">
            <a:solidFill>
              <a:srgbClr val="087E8B"/>
            </a:solidFill>
            <a:prstDash val="solid"/>
          </a:ln>
        </p:spPr>
      </p:sp>
      <p:sp>
        <p:nvSpPr>
          <p:cNvPr id="48" name="arrow-head">
            <a:extLst xmlns:a="http://schemas.openxmlformats.org/drawingml/2006/main">
              <a:ext uri="{FF2B5EF4-FFF2-40B4-BE49-F238E27FC236}">
                <a16:creationId xmlns:a16="http://schemas.microsoft.com/office/drawing/2014/main" id="{19989F48-5A95-4941-8E89-C1AE0968D36C}"/>
              </a:ext>
            </a:extLst>
          </p:cNvPr>
          <p:cNvSpPr>
            <a:spLocks xmlns:a="http://schemas.openxmlformats.org/drawingml/2006/main" noGrp="1"/>
          </p:cNvSpPr>
          <p:nvPr/>
        </p:nvSpPr>
        <p:spPr>
          <a:xfrm xmlns:a="http://schemas.openxmlformats.org/drawingml/2006/main">
            <a:off x="1809750" y="52253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49" name="arrow-head">
            <a:extLst xmlns:a="http://schemas.openxmlformats.org/drawingml/2006/main">
              <a:ext uri="{FF2B5EF4-FFF2-40B4-BE49-F238E27FC236}">
                <a16:creationId xmlns:a16="http://schemas.microsoft.com/office/drawing/2014/main" id="{57EC7989-F66F-431D-970A-E8C55A77155B}"/>
              </a:ext>
            </a:extLst>
          </p:cNvPr>
          <p:cNvSpPr>
            <a:spLocks xmlns:a="http://schemas.openxmlformats.org/drawingml/2006/main" noGrp="1"/>
          </p:cNvSpPr>
          <p:nvPr/>
        </p:nvSpPr>
        <p:spPr>
          <a:xfrm xmlns:a="http://schemas.openxmlformats.org/drawingml/2006/main">
            <a:off x="1809750" y="5266781"/>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50" name="relationship-label">
            <a:extLst xmlns:a="http://schemas.openxmlformats.org/drawingml/2006/main">
              <a:ext uri="{FF2B5EF4-FFF2-40B4-BE49-F238E27FC236}">
                <a16:creationId xmlns:a16="http://schemas.microsoft.com/office/drawing/2014/main" id="{2FE9FCF5-E419-456C-9E71-B9A97341CBC2}"/>
              </a:ext>
            </a:extLst>
          </p:cNvPr>
          <p:cNvSpPr>
            <a:spLocks xmlns:a="http://schemas.openxmlformats.org/drawingml/2006/main" noGrp="1"/>
          </p:cNvSpPr>
          <p:nvPr/>
        </p:nvSpPr>
        <p:spPr>
          <a:xfrm xmlns:a="http://schemas.openxmlformats.org/drawingml/2006/main">
            <a:off x="4038600" y="4981031"/>
            <a:ext cx="39243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7. Candidate evidence + operator review</a:t>
            </a:r>
          </a:p>
        </p:txBody>
      </p:sp>
      <p:sp>
        <p:nvSpPr>
          <p:cNvPr id="51" name="diagram-caption">
            <a:extLst xmlns:a="http://schemas.openxmlformats.org/drawingml/2006/main">
              <a:ext uri="{FF2B5EF4-FFF2-40B4-BE49-F238E27FC236}">
                <a16:creationId xmlns:a16="http://schemas.microsoft.com/office/drawing/2014/main" id="{33835526-D7C8-4DD4-8697-F0ABD702E607}"/>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Uploaded footage is a local test input. Aircraft telemetry remains simulated and no MAVLink connection is opened.</a:t>
            </a:r>
          </a:p>
        </p:txBody>
      </p:sp>
    </p:spTree>
    <p:extLst>
      <p:ext uri="{BB962C8B-B14F-4D97-AF65-F5344CB8AC3E}">
        <p14:creationId xmlns:p14="http://schemas.microsoft.com/office/powerpoint/2010/main" val="140954377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55BB2C9A-C842-40FF-86F0-5813A3638710}"/>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26</a:t>
            </a:r>
          </a:p>
        </p:txBody>
      </p:sp>
      <p:sp>
        <p:nvSpPr>
          <p:cNvPr id="3" name="title">
            <a:extLst xmlns:a="http://schemas.openxmlformats.org/drawingml/2006/main">
              <a:ext uri="{FF2B5EF4-FFF2-40B4-BE49-F238E27FC236}">
                <a16:creationId xmlns:a16="http://schemas.microsoft.com/office/drawing/2014/main" id="{8DD6573A-8986-4E5B-84BD-AA5EF7CDB972}"/>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Person evidence, tracking and decisions</a:t>
            </a:r>
          </a:p>
        </p:txBody>
      </p:sp>
      <p:sp>
        <p:nvSpPr>
          <p:cNvPr id="4" name="summary">
            <a:extLst xmlns:a="http://schemas.openxmlformats.org/drawingml/2006/main">
              <a:ext uri="{FF2B5EF4-FFF2-40B4-BE49-F238E27FC236}">
                <a16:creationId xmlns:a16="http://schemas.microsoft.com/office/drawing/2014/main" id="{1FD27B6B-5FEB-4C1E-BC17-C262B8F479EB}"/>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Temporal persistence reduces single-frame triggers</a:t>
            </a:r>
          </a:p>
        </p:txBody>
      </p:sp>
      <p:sp>
        <p:nvSpPr>
          <p:cNvPr id="5" name="footer">
            <a:extLst xmlns:a="http://schemas.openxmlformats.org/drawingml/2006/main">
              <a:ext uri="{FF2B5EF4-FFF2-40B4-BE49-F238E27FC236}">
                <a16:creationId xmlns:a16="http://schemas.microsoft.com/office/drawing/2014/main" id="{662D8C64-7A4F-42CF-8343-4461EBE5BDE1}"/>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BE9F05B-F4F8-4A86-A9EF-B33C041433C1}"/>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27 / 38</a:t>
            </a:r>
          </a:p>
        </p:txBody>
      </p:sp>
      <p:sp>
        <p:nvSpPr>
          <p:cNvPr id="7" name="point-index">
            <a:extLst xmlns:a="http://schemas.openxmlformats.org/drawingml/2006/main">
              <a:ext uri="{FF2B5EF4-FFF2-40B4-BE49-F238E27FC236}">
                <a16:creationId xmlns:a16="http://schemas.microsoft.com/office/drawing/2014/main" id="{CA43021E-EF3C-456D-B8DD-CBAC2F31BD24}"/>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E087BBBE-5497-4FDD-99F3-851ABB848059}"/>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Track people over distinct source frames; require persistence before confirming a lead.</a:t>
            </a:r>
          </a:p>
        </p:txBody>
      </p:sp>
      <p:sp>
        <p:nvSpPr>
          <p:cNvPr id="9" name="point-index">
            <a:extLst xmlns:a="http://schemas.openxmlformats.org/drawingml/2006/main">
              <a:ext uri="{FF2B5EF4-FFF2-40B4-BE49-F238E27FC236}">
                <a16:creationId xmlns:a16="http://schemas.microsoft.com/office/drawing/2014/main" id="{ABF7D3EB-D914-46E0-94BC-FC40C0401D56}"/>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50C594E7-F6F3-48BE-83A8-3F12FBAAECCF}"/>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IoU association and expiry rules reduce repeated or isolated detections.</a:t>
            </a:r>
          </a:p>
        </p:txBody>
      </p:sp>
      <p:sp>
        <p:nvSpPr>
          <p:cNvPr id="11" name="point-index">
            <a:extLst xmlns:a="http://schemas.openxmlformats.org/drawingml/2006/main">
              <a:ext uri="{FF2B5EF4-FFF2-40B4-BE49-F238E27FC236}">
                <a16:creationId xmlns:a16="http://schemas.microsoft.com/office/drawing/2014/main" id="{502582D1-4585-4E8C-A7D1-8EF457501F46}"/>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BC138F72-D726-4931-8A52-295093FBD9ED}"/>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Human review is still required; detections are not confirmed survivors.</a:t>
            </a:r>
          </a:p>
        </p:txBody>
      </p:sp>
      <p:sp>
        <p:nvSpPr>
          <p:cNvPr id="13" name="point-index">
            <a:extLst xmlns:a="http://schemas.openxmlformats.org/drawingml/2006/main">
              <a:ext uri="{FF2B5EF4-FFF2-40B4-BE49-F238E27FC236}">
                <a16:creationId xmlns:a16="http://schemas.microsoft.com/office/drawing/2014/main" id="{7B519E58-CCF5-4AE7-8DE9-C2DCF5B32750}"/>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DB31090E-AC48-4D4F-8F39-045598024418}"/>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 detected person can pause a mission; recovery remains an explicit operator decision.</a:t>
            </a:r>
          </a:p>
        </p:txBody>
      </p:sp>
    </p:spTree>
    <p:extLst>
      <p:ext uri="{BB962C8B-B14F-4D97-AF65-F5344CB8AC3E}">
        <p14:creationId xmlns:p14="http://schemas.microsoft.com/office/powerpoint/2010/main" val="168198764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9BB6C41B-C0D1-4EC9-8078-7E0F6CBB133B}"/>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27</a:t>
            </a:r>
          </a:p>
        </p:txBody>
      </p:sp>
      <p:sp>
        <p:nvSpPr>
          <p:cNvPr id="3" name="title">
            <a:extLst xmlns:a="http://schemas.openxmlformats.org/drawingml/2006/main">
              <a:ext uri="{FF2B5EF4-FFF2-40B4-BE49-F238E27FC236}">
                <a16:creationId xmlns:a16="http://schemas.microsoft.com/office/drawing/2014/main" id="{7F0608D2-A4E0-4F7C-A1C0-AE77846E03D4}"/>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Mission activity and route feedback</a:t>
            </a:r>
          </a:p>
        </p:txBody>
      </p:sp>
      <p:sp>
        <p:nvSpPr>
          <p:cNvPr id="4" name="summary">
            <a:extLst xmlns:a="http://schemas.openxmlformats.org/drawingml/2006/main">
              <a:ext uri="{FF2B5EF4-FFF2-40B4-BE49-F238E27FC236}">
                <a16:creationId xmlns:a16="http://schemas.microsoft.com/office/drawing/2014/main" id="{52182539-CEC9-4865-AB5B-985E28E88BBE}"/>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GPS waypoints are followed by a laptop controller</a:t>
            </a:r>
          </a:p>
        </p:txBody>
      </p:sp>
      <p:sp>
        <p:nvSpPr>
          <p:cNvPr id="5" name="footer">
            <a:extLst xmlns:a="http://schemas.openxmlformats.org/drawingml/2006/main">
              <a:ext uri="{FF2B5EF4-FFF2-40B4-BE49-F238E27FC236}">
                <a16:creationId xmlns:a16="http://schemas.microsoft.com/office/drawing/2014/main" id="{345903A8-ED46-412F-84C6-742688F4C922}"/>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B99E5BDC-852B-4021-922A-903636ACD14A}"/>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28 / 38</a:t>
            </a:r>
          </a:p>
        </p:txBody>
      </p:sp>
      <p:sp>
        <p:nvSpPr>
          <p:cNvPr id="7" name="relationship">
            <a:extLst xmlns:a="http://schemas.openxmlformats.org/drawingml/2006/main">
              <a:ext uri="{FF2B5EF4-FFF2-40B4-BE49-F238E27FC236}">
                <a16:creationId xmlns:a16="http://schemas.microsoft.com/office/drawing/2014/main" id="{CE4D7708-028A-4D48-86C2-3B8A8497B5A4}"/>
              </a:ext>
            </a:extLst>
          </p:cNvPr>
          <p:cNvSpPr>
            <a:spLocks xmlns:a="http://schemas.openxmlformats.org/drawingml/2006/main" noGrp="1"/>
          </p:cNvSpPr>
          <p:nvPr/>
        </p:nvSpPr>
        <p:spPr>
          <a:xfrm xmlns:a="http://schemas.openxmlformats.org/drawingml/2006/main">
            <a:off x="6000750" y="2218373"/>
            <a:ext cx="9525" cy="286702"/>
          </a:xfrm>
          <a:custGeom xmlns:a="http://schemas.openxmlformats.org/drawingml/2006/main">
            <a:pathLst>
              <a:path w="9525" h="286702">
                <a:moveTo>
                  <a:pt x="0" y="0"/>
                </a:moveTo>
                <a:lnTo>
                  <a:pt x="0" y="286702"/>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BE44D2E2-72B0-456F-B33C-7D322283B951}"/>
              </a:ext>
            </a:extLst>
          </p:cNvPr>
          <p:cNvSpPr>
            <a:spLocks xmlns:a="http://schemas.openxmlformats.org/drawingml/2006/main" noGrp="1"/>
          </p:cNvSpPr>
          <p:nvPr/>
        </p:nvSpPr>
        <p:spPr>
          <a:xfrm xmlns:a="http://schemas.openxmlformats.org/drawingml/2006/main">
            <a:off x="5959320" y="2419307"/>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64FCD8DF-FFBF-411F-822C-D7F5149B34EF}"/>
              </a:ext>
            </a:extLst>
          </p:cNvPr>
          <p:cNvSpPr>
            <a:spLocks xmlns:a="http://schemas.openxmlformats.org/drawingml/2006/main" noGrp="1"/>
          </p:cNvSpPr>
          <p:nvPr/>
        </p:nvSpPr>
        <p:spPr>
          <a:xfrm xmlns:a="http://schemas.openxmlformats.org/drawingml/2006/main">
            <a:off x="6000750" y="2419307"/>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10" name="relationship">
            <a:extLst xmlns:a="http://schemas.openxmlformats.org/drawingml/2006/main">
              <a:ext uri="{FF2B5EF4-FFF2-40B4-BE49-F238E27FC236}">
                <a16:creationId xmlns:a16="http://schemas.microsoft.com/office/drawing/2014/main" id="{30CDBAD2-69FD-4AE9-A790-B3A38BA81CD5}"/>
              </a:ext>
            </a:extLst>
          </p:cNvPr>
          <p:cNvSpPr>
            <a:spLocks xmlns:a="http://schemas.openxmlformats.org/drawingml/2006/main" noGrp="1"/>
          </p:cNvSpPr>
          <p:nvPr/>
        </p:nvSpPr>
        <p:spPr>
          <a:xfrm xmlns:a="http://schemas.openxmlformats.org/drawingml/2006/main">
            <a:off x="6000750" y="2955608"/>
            <a:ext cx="9525" cy="286702"/>
          </a:xfrm>
          <a:custGeom xmlns:a="http://schemas.openxmlformats.org/drawingml/2006/main">
            <a:pathLst>
              <a:path w="9525" h="286702">
                <a:moveTo>
                  <a:pt x="0" y="0"/>
                </a:moveTo>
                <a:lnTo>
                  <a:pt x="0" y="286702"/>
                </a:lnTo>
              </a:path>
            </a:pathLst>
          </a:custGeom>
          <a:noFill xmlns:a="http://schemas.openxmlformats.org/drawingml/2006/main"/>
          <a:ln xmlns:a="http://schemas.openxmlformats.org/drawingml/2006/main" w="19050">
            <a:solidFill>
              <a:srgbClr val="087E8B"/>
            </a:solidFill>
            <a:prstDash val="solid"/>
          </a:ln>
        </p:spPr>
      </p:sp>
      <p:sp>
        <p:nvSpPr>
          <p:cNvPr id="11" name="arrow-head">
            <a:extLst xmlns:a="http://schemas.openxmlformats.org/drawingml/2006/main">
              <a:ext uri="{FF2B5EF4-FFF2-40B4-BE49-F238E27FC236}">
                <a16:creationId xmlns:a16="http://schemas.microsoft.com/office/drawing/2014/main" id="{2EA3120A-F9F6-4D2F-8794-63FB2554B563}"/>
              </a:ext>
            </a:extLst>
          </p:cNvPr>
          <p:cNvSpPr>
            <a:spLocks xmlns:a="http://schemas.openxmlformats.org/drawingml/2006/main" noGrp="1"/>
          </p:cNvSpPr>
          <p:nvPr/>
        </p:nvSpPr>
        <p:spPr>
          <a:xfrm xmlns:a="http://schemas.openxmlformats.org/drawingml/2006/main">
            <a:off x="5959320" y="3156542"/>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BA0D6780-89CE-487E-AEB6-902F633C5581}"/>
              </a:ext>
            </a:extLst>
          </p:cNvPr>
          <p:cNvSpPr>
            <a:spLocks xmlns:a="http://schemas.openxmlformats.org/drawingml/2006/main" noGrp="1"/>
          </p:cNvSpPr>
          <p:nvPr/>
        </p:nvSpPr>
        <p:spPr>
          <a:xfrm xmlns:a="http://schemas.openxmlformats.org/drawingml/2006/main">
            <a:off x="6000750" y="3156542"/>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13" name="relationship">
            <a:extLst xmlns:a="http://schemas.openxmlformats.org/drawingml/2006/main">
              <a:ext uri="{FF2B5EF4-FFF2-40B4-BE49-F238E27FC236}">
                <a16:creationId xmlns:a16="http://schemas.microsoft.com/office/drawing/2014/main" id="{39739A61-28FA-4A93-83FF-BB2220B34812}"/>
              </a:ext>
            </a:extLst>
          </p:cNvPr>
          <p:cNvSpPr>
            <a:spLocks xmlns:a="http://schemas.openxmlformats.org/drawingml/2006/main" noGrp="1"/>
          </p:cNvSpPr>
          <p:nvPr/>
        </p:nvSpPr>
        <p:spPr>
          <a:xfrm xmlns:a="http://schemas.openxmlformats.org/drawingml/2006/main">
            <a:off x="6000750" y="3856673"/>
            <a:ext cx="9525" cy="368618"/>
          </a:xfrm>
          <a:custGeom xmlns:a="http://schemas.openxmlformats.org/drawingml/2006/main">
            <a:pathLst>
              <a:path w="9525" h="368618">
                <a:moveTo>
                  <a:pt x="0" y="0"/>
                </a:moveTo>
                <a:lnTo>
                  <a:pt x="0" y="368618"/>
                </a:lnTo>
              </a:path>
            </a:pathLst>
          </a:custGeom>
          <a:noFill xmlns:a="http://schemas.openxmlformats.org/drawingml/2006/main"/>
          <a:ln xmlns:a="http://schemas.openxmlformats.org/drawingml/2006/main" w="19050">
            <a:solidFill>
              <a:srgbClr val="087E8B"/>
            </a:solidFill>
            <a:prstDash val="solid"/>
          </a:ln>
        </p:spPr>
      </p:sp>
      <p:sp>
        <p:nvSpPr>
          <p:cNvPr id="14" name="arrow-head">
            <a:extLst xmlns:a="http://schemas.openxmlformats.org/drawingml/2006/main">
              <a:ext uri="{FF2B5EF4-FFF2-40B4-BE49-F238E27FC236}">
                <a16:creationId xmlns:a16="http://schemas.microsoft.com/office/drawing/2014/main" id="{F06382A9-3D10-4FAD-99A4-4522ED496194}"/>
              </a:ext>
            </a:extLst>
          </p:cNvPr>
          <p:cNvSpPr>
            <a:spLocks xmlns:a="http://schemas.openxmlformats.org/drawingml/2006/main" noGrp="1"/>
          </p:cNvSpPr>
          <p:nvPr/>
        </p:nvSpPr>
        <p:spPr>
          <a:xfrm xmlns:a="http://schemas.openxmlformats.org/drawingml/2006/main">
            <a:off x="5959320" y="4139522"/>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15" name="arrow-head">
            <a:extLst xmlns:a="http://schemas.openxmlformats.org/drawingml/2006/main">
              <a:ext uri="{FF2B5EF4-FFF2-40B4-BE49-F238E27FC236}">
                <a16:creationId xmlns:a16="http://schemas.microsoft.com/office/drawing/2014/main" id="{144B4502-1253-41C8-A3F5-2E49586C5FE1}"/>
              </a:ext>
            </a:extLst>
          </p:cNvPr>
          <p:cNvSpPr>
            <a:spLocks xmlns:a="http://schemas.openxmlformats.org/drawingml/2006/main" noGrp="1"/>
          </p:cNvSpPr>
          <p:nvPr/>
        </p:nvSpPr>
        <p:spPr>
          <a:xfrm xmlns:a="http://schemas.openxmlformats.org/drawingml/2006/main">
            <a:off x="6000750" y="4139522"/>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16" name="relationship-label">
            <a:extLst xmlns:a="http://schemas.openxmlformats.org/drawingml/2006/main">
              <a:ext uri="{FF2B5EF4-FFF2-40B4-BE49-F238E27FC236}">
                <a16:creationId xmlns:a16="http://schemas.microsoft.com/office/drawing/2014/main" id="{0B7BE369-3546-4871-BE2E-FB9BF3901AC9}"/>
              </a:ext>
            </a:extLst>
          </p:cNvPr>
          <p:cNvSpPr>
            <a:spLocks xmlns:a="http://schemas.openxmlformats.org/drawingml/2006/main" noGrp="1"/>
          </p:cNvSpPr>
          <p:nvPr/>
        </p:nvSpPr>
        <p:spPr>
          <a:xfrm xmlns:a="http://schemas.openxmlformats.org/drawingml/2006/main">
            <a:off x="5429250" y="3755231"/>
            <a:ext cx="11430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yes</a:t>
            </a:r>
          </a:p>
        </p:txBody>
      </p:sp>
      <p:sp>
        <p:nvSpPr>
          <p:cNvPr id="17" name="relationship">
            <a:extLst xmlns:a="http://schemas.openxmlformats.org/drawingml/2006/main">
              <a:ext uri="{FF2B5EF4-FFF2-40B4-BE49-F238E27FC236}">
                <a16:creationId xmlns:a16="http://schemas.microsoft.com/office/drawing/2014/main" id="{70807DA6-6F05-456E-8E73-7D74EB8114E0}"/>
              </a:ext>
            </a:extLst>
          </p:cNvPr>
          <p:cNvSpPr>
            <a:spLocks xmlns:a="http://schemas.openxmlformats.org/drawingml/2006/main" noGrp="1"/>
          </p:cNvSpPr>
          <p:nvPr/>
        </p:nvSpPr>
        <p:spPr>
          <a:xfrm xmlns:a="http://schemas.openxmlformats.org/drawingml/2006/main">
            <a:off x="3800475" y="3549491"/>
            <a:ext cx="628650" cy="982980"/>
          </a:xfrm>
          <a:custGeom xmlns:a="http://schemas.openxmlformats.org/drawingml/2006/main">
            <a:pathLst>
              <a:path w="628650" h="982980">
                <a:moveTo>
                  <a:pt x="628650" y="0"/>
                </a:moveTo>
                <a:lnTo>
                  <a:pt x="0" y="982980"/>
                </a:lnTo>
              </a:path>
            </a:pathLst>
          </a:custGeom>
          <a:noFill xmlns:a="http://schemas.openxmlformats.org/drawingml/2006/main"/>
          <a:ln xmlns:a="http://schemas.openxmlformats.org/drawingml/2006/main" w="19050">
            <a:solidFill>
              <a:srgbClr val="087E8B"/>
            </a:solidFill>
            <a:prstDash val="solid"/>
          </a:ln>
        </p:spPr>
      </p:sp>
      <p:sp>
        <p:nvSpPr>
          <p:cNvPr id="18" name="arrow-head">
            <a:extLst xmlns:a="http://schemas.openxmlformats.org/drawingml/2006/main">
              <a:ext uri="{FF2B5EF4-FFF2-40B4-BE49-F238E27FC236}">
                <a16:creationId xmlns:a16="http://schemas.microsoft.com/office/drawing/2014/main" id="{0AF6B497-2721-430C-8C78-5C18721048C3}"/>
              </a:ext>
            </a:extLst>
          </p:cNvPr>
          <p:cNvSpPr>
            <a:spLocks xmlns:a="http://schemas.openxmlformats.org/drawingml/2006/main" noGrp="1"/>
          </p:cNvSpPr>
          <p:nvPr/>
        </p:nvSpPr>
        <p:spPr>
          <a:xfrm xmlns:a="http://schemas.openxmlformats.org/drawingml/2006/main">
            <a:off x="3800475" y="4437895"/>
            <a:ext cx="11306" cy="94577"/>
          </a:xfrm>
          <a:custGeom xmlns:a="http://schemas.openxmlformats.org/drawingml/2006/main">
            <a:pathLst>
              <a:path w="11306" h="94577">
                <a:moveTo>
                  <a:pt x="0" y="94577"/>
                </a:moveTo>
                <a:lnTo>
                  <a:pt x="11306" y="0"/>
                </a:lnTo>
              </a:path>
            </a:pathLst>
          </a:custGeom>
          <a:noFill xmlns:a="http://schemas.openxmlformats.org/drawingml/2006/main"/>
          <a:ln xmlns:a="http://schemas.openxmlformats.org/drawingml/2006/main" w="19050">
            <a:solidFill>
              <a:srgbClr val="087E8B"/>
            </a:solidFill>
            <a:prstDash val="solid"/>
          </a:ln>
        </p:spPr>
      </p:sp>
      <p:sp>
        <p:nvSpPr>
          <p:cNvPr id="19" name="arrow-head">
            <a:extLst xmlns:a="http://schemas.openxmlformats.org/drawingml/2006/main">
              <a:ext uri="{FF2B5EF4-FFF2-40B4-BE49-F238E27FC236}">
                <a16:creationId xmlns:a16="http://schemas.microsoft.com/office/drawing/2014/main" id="{D3852F43-CF33-477D-8090-BA2CB8D76C69}"/>
              </a:ext>
            </a:extLst>
          </p:cNvPr>
          <p:cNvSpPr>
            <a:spLocks xmlns:a="http://schemas.openxmlformats.org/drawingml/2006/main" noGrp="1"/>
          </p:cNvSpPr>
          <p:nvPr/>
        </p:nvSpPr>
        <p:spPr>
          <a:xfrm xmlns:a="http://schemas.openxmlformats.org/drawingml/2006/main">
            <a:off x="3800475" y="4482538"/>
            <a:ext cx="81113" cy="49933"/>
          </a:xfrm>
          <a:custGeom xmlns:a="http://schemas.openxmlformats.org/drawingml/2006/main">
            <a:pathLst>
              <a:path w="81113" h="49933">
                <a:moveTo>
                  <a:pt x="0" y="49933"/>
                </a:moveTo>
                <a:lnTo>
                  <a:pt x="81113" y="0"/>
                </a:lnTo>
              </a:path>
            </a:pathLst>
          </a:custGeom>
          <a:noFill xmlns:a="http://schemas.openxmlformats.org/drawingml/2006/main"/>
          <a:ln xmlns:a="http://schemas.openxmlformats.org/drawingml/2006/main" w="19050">
            <a:solidFill>
              <a:srgbClr val="087E8B"/>
            </a:solidFill>
            <a:prstDash val="solid"/>
          </a:ln>
        </p:spPr>
      </p:sp>
      <p:sp>
        <p:nvSpPr>
          <p:cNvPr id="20" name="relationship-label">
            <a:extLst xmlns:a="http://schemas.openxmlformats.org/drawingml/2006/main">
              <a:ext uri="{FF2B5EF4-FFF2-40B4-BE49-F238E27FC236}">
                <a16:creationId xmlns:a16="http://schemas.microsoft.com/office/drawing/2014/main" id="{A89E8EA7-F72B-459A-9DC4-E6F00D9B797D}"/>
              </a:ext>
            </a:extLst>
          </p:cNvPr>
          <p:cNvSpPr>
            <a:spLocks xmlns:a="http://schemas.openxmlformats.org/drawingml/2006/main" noGrp="1"/>
          </p:cNvSpPr>
          <p:nvPr/>
        </p:nvSpPr>
        <p:spPr>
          <a:xfrm xmlns:a="http://schemas.openxmlformats.org/drawingml/2006/main">
            <a:off x="3543300" y="3755231"/>
            <a:ext cx="11430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no</a:t>
            </a:r>
          </a:p>
        </p:txBody>
      </p:sp>
      <p:sp>
        <p:nvSpPr>
          <p:cNvPr id="21" name="relationship">
            <a:extLst xmlns:a="http://schemas.openxmlformats.org/drawingml/2006/main">
              <a:ext uri="{FF2B5EF4-FFF2-40B4-BE49-F238E27FC236}">
                <a16:creationId xmlns:a16="http://schemas.microsoft.com/office/drawing/2014/main" id="{6513ED19-EAE7-4A07-91B8-7E6ACF776D91}"/>
              </a:ext>
            </a:extLst>
          </p:cNvPr>
          <p:cNvSpPr>
            <a:spLocks xmlns:a="http://schemas.openxmlformats.org/drawingml/2006/main" noGrp="1"/>
          </p:cNvSpPr>
          <p:nvPr/>
        </p:nvSpPr>
        <p:spPr>
          <a:xfrm xmlns:a="http://schemas.openxmlformats.org/drawingml/2006/main">
            <a:off x="7572375" y="4491514"/>
            <a:ext cx="576263" cy="40958"/>
          </a:xfrm>
          <a:custGeom xmlns:a="http://schemas.openxmlformats.org/drawingml/2006/main">
            <a:pathLst>
              <a:path w="576263" h="40958">
                <a:moveTo>
                  <a:pt x="0" y="0"/>
                </a:moveTo>
                <a:lnTo>
                  <a:pt x="576263" y="40958"/>
                </a:lnTo>
              </a:path>
            </a:pathLst>
          </a:custGeom>
          <a:noFill xmlns:a="http://schemas.openxmlformats.org/drawingml/2006/main"/>
          <a:ln xmlns:a="http://schemas.openxmlformats.org/drawingml/2006/main" w="19050">
            <a:solidFill>
              <a:srgbClr val="087E8B"/>
            </a:solidFill>
            <a:prstDash val="solid"/>
          </a:ln>
        </p:spPr>
      </p:sp>
      <p:sp>
        <p:nvSpPr>
          <p:cNvPr id="22" name="arrow-head">
            <a:extLst xmlns:a="http://schemas.openxmlformats.org/drawingml/2006/main">
              <a:ext uri="{FF2B5EF4-FFF2-40B4-BE49-F238E27FC236}">
                <a16:creationId xmlns:a16="http://schemas.microsoft.com/office/drawing/2014/main" id="{121FC8FC-7F8E-4772-A7A8-1D108A4696C2}"/>
              </a:ext>
            </a:extLst>
          </p:cNvPr>
          <p:cNvSpPr>
            <a:spLocks xmlns:a="http://schemas.openxmlformats.org/drawingml/2006/main" noGrp="1"/>
          </p:cNvSpPr>
          <p:nvPr/>
        </p:nvSpPr>
        <p:spPr>
          <a:xfrm xmlns:a="http://schemas.openxmlformats.org/drawingml/2006/main">
            <a:off x="8060148" y="4532471"/>
            <a:ext cx="88489" cy="35246"/>
          </a:xfrm>
          <a:custGeom xmlns:a="http://schemas.openxmlformats.org/drawingml/2006/main">
            <a:pathLst>
              <a:path w="88489" h="35246">
                <a:moveTo>
                  <a:pt x="88489" y="0"/>
                </a:moveTo>
                <a:lnTo>
                  <a:pt x="0" y="35246"/>
                </a:lnTo>
              </a:path>
            </a:pathLst>
          </a:custGeom>
          <a:noFill xmlns:a="http://schemas.openxmlformats.org/drawingml/2006/main"/>
          <a:ln xmlns:a="http://schemas.openxmlformats.org/drawingml/2006/main" w="19050">
            <a:solidFill>
              <a:srgbClr val="087E8B"/>
            </a:solidFill>
            <a:prstDash val="solid"/>
          </a:ln>
        </p:spPr>
      </p:sp>
      <p:sp>
        <p:nvSpPr>
          <p:cNvPr id="23" name="arrow-head">
            <a:extLst xmlns:a="http://schemas.openxmlformats.org/drawingml/2006/main">
              <a:ext uri="{FF2B5EF4-FFF2-40B4-BE49-F238E27FC236}">
                <a16:creationId xmlns:a16="http://schemas.microsoft.com/office/drawing/2014/main" id="{96A43B1C-3476-4702-890F-DE636B1BF6A8}"/>
              </a:ext>
            </a:extLst>
          </p:cNvPr>
          <p:cNvSpPr>
            <a:spLocks xmlns:a="http://schemas.openxmlformats.org/drawingml/2006/main" noGrp="1"/>
          </p:cNvSpPr>
          <p:nvPr/>
        </p:nvSpPr>
        <p:spPr>
          <a:xfrm xmlns:a="http://schemas.openxmlformats.org/drawingml/2006/main">
            <a:off x="8066023" y="4485064"/>
            <a:ext cx="82615" cy="47407"/>
          </a:xfrm>
          <a:custGeom xmlns:a="http://schemas.openxmlformats.org/drawingml/2006/main">
            <a:pathLst>
              <a:path w="82615" h="47407">
                <a:moveTo>
                  <a:pt x="82615" y="47407"/>
                </a:moveTo>
                <a:lnTo>
                  <a:pt x="0" y="0"/>
                </a:lnTo>
              </a:path>
            </a:pathLst>
          </a:custGeom>
          <a:noFill xmlns:a="http://schemas.openxmlformats.org/drawingml/2006/main"/>
          <a:ln xmlns:a="http://schemas.openxmlformats.org/drawingml/2006/main" w="19050">
            <a:solidFill>
              <a:srgbClr val="087E8B"/>
            </a:solidFill>
            <a:prstDash val="solid"/>
          </a:ln>
        </p:spPr>
      </p:sp>
      <p:sp>
        <p:nvSpPr>
          <p:cNvPr id="24" name="relationship-label">
            <a:extLst xmlns:a="http://schemas.openxmlformats.org/drawingml/2006/main">
              <a:ext uri="{FF2B5EF4-FFF2-40B4-BE49-F238E27FC236}">
                <a16:creationId xmlns:a16="http://schemas.microsoft.com/office/drawing/2014/main" id="{3A356DE3-FFB2-4B27-80A2-08AB1DFE0B43}"/>
              </a:ext>
            </a:extLst>
          </p:cNvPr>
          <p:cNvSpPr>
            <a:spLocks xmlns:a="http://schemas.openxmlformats.org/drawingml/2006/main" noGrp="1"/>
          </p:cNvSpPr>
          <p:nvPr/>
        </p:nvSpPr>
        <p:spPr>
          <a:xfrm xmlns:a="http://schemas.openxmlformats.org/drawingml/2006/main">
            <a:off x="7503319" y="3959543"/>
            <a:ext cx="7143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done</a:t>
            </a:r>
          </a:p>
        </p:txBody>
      </p:sp>
      <p:sp>
        <p:nvSpPr>
          <p:cNvPr id="25" name="relationship">
            <a:extLst xmlns:a="http://schemas.openxmlformats.org/drawingml/2006/main">
              <a:ext uri="{FF2B5EF4-FFF2-40B4-BE49-F238E27FC236}">
                <a16:creationId xmlns:a16="http://schemas.microsoft.com/office/drawing/2014/main" id="{78ABD622-3F6D-44F3-AD16-81C8A6367938}"/>
              </a:ext>
            </a:extLst>
          </p:cNvPr>
          <p:cNvSpPr>
            <a:spLocks xmlns:a="http://schemas.openxmlformats.org/drawingml/2006/main" noGrp="1"/>
          </p:cNvSpPr>
          <p:nvPr/>
        </p:nvSpPr>
        <p:spPr>
          <a:xfrm xmlns:a="http://schemas.openxmlformats.org/drawingml/2006/main">
            <a:off x="3800475" y="4491514"/>
            <a:ext cx="628650" cy="40958"/>
          </a:xfrm>
          <a:custGeom xmlns:a="http://schemas.openxmlformats.org/drawingml/2006/main">
            <a:pathLst>
              <a:path w="628650" h="40958">
                <a:moveTo>
                  <a:pt x="628650" y="0"/>
                </a:moveTo>
                <a:lnTo>
                  <a:pt x="0" y="40958"/>
                </a:lnTo>
              </a:path>
            </a:pathLst>
          </a:custGeom>
          <a:noFill xmlns:a="http://schemas.openxmlformats.org/drawingml/2006/main"/>
          <a:ln xmlns:a="http://schemas.openxmlformats.org/drawingml/2006/main" w="19050">
            <a:solidFill>
              <a:srgbClr val="087E8B"/>
            </a:solidFill>
            <a:prstDash val="solid"/>
          </a:ln>
        </p:spPr>
      </p:sp>
      <p:sp>
        <p:nvSpPr>
          <p:cNvPr id="26" name="arrow-head">
            <a:extLst xmlns:a="http://schemas.openxmlformats.org/drawingml/2006/main">
              <a:ext uri="{FF2B5EF4-FFF2-40B4-BE49-F238E27FC236}">
                <a16:creationId xmlns:a16="http://schemas.microsoft.com/office/drawing/2014/main" id="{106E3683-1E2B-4BD0-9F3C-853DB42026C4}"/>
              </a:ext>
            </a:extLst>
          </p:cNvPr>
          <p:cNvSpPr>
            <a:spLocks xmlns:a="http://schemas.openxmlformats.org/drawingml/2006/main" noGrp="1"/>
          </p:cNvSpPr>
          <p:nvPr/>
        </p:nvSpPr>
        <p:spPr>
          <a:xfrm xmlns:a="http://schemas.openxmlformats.org/drawingml/2006/main">
            <a:off x="3800475" y="4485552"/>
            <a:ext cx="82893" cy="46919"/>
          </a:xfrm>
          <a:custGeom xmlns:a="http://schemas.openxmlformats.org/drawingml/2006/main">
            <a:pathLst>
              <a:path w="82893" h="46919">
                <a:moveTo>
                  <a:pt x="0" y="46919"/>
                </a:moveTo>
                <a:lnTo>
                  <a:pt x="82893" y="0"/>
                </a:lnTo>
              </a:path>
            </a:pathLst>
          </a:custGeom>
          <a:noFill xmlns:a="http://schemas.openxmlformats.org/drawingml/2006/main"/>
          <a:ln xmlns:a="http://schemas.openxmlformats.org/drawingml/2006/main" w="19050">
            <a:solidFill>
              <a:srgbClr val="087E8B"/>
            </a:solidFill>
            <a:prstDash val="solid"/>
          </a:ln>
        </p:spPr>
      </p:sp>
      <p:sp>
        <p:nvSpPr>
          <p:cNvPr id="27" name="arrow-head">
            <a:extLst xmlns:a="http://schemas.openxmlformats.org/drawingml/2006/main">
              <a:ext uri="{FF2B5EF4-FFF2-40B4-BE49-F238E27FC236}">
                <a16:creationId xmlns:a16="http://schemas.microsoft.com/office/drawing/2014/main" id="{B031C021-2C68-439F-9F1B-0E21D89A0F94}"/>
              </a:ext>
            </a:extLst>
          </p:cNvPr>
          <p:cNvSpPr>
            <a:spLocks xmlns:a="http://schemas.openxmlformats.org/drawingml/2006/main" noGrp="1"/>
          </p:cNvSpPr>
          <p:nvPr/>
        </p:nvSpPr>
        <p:spPr>
          <a:xfrm xmlns:a="http://schemas.openxmlformats.org/drawingml/2006/main">
            <a:off x="3800475" y="4532471"/>
            <a:ext cx="88280" cy="35767"/>
          </a:xfrm>
          <a:custGeom xmlns:a="http://schemas.openxmlformats.org/drawingml/2006/main">
            <a:pathLst>
              <a:path w="88280" h="35767">
                <a:moveTo>
                  <a:pt x="0" y="0"/>
                </a:moveTo>
                <a:lnTo>
                  <a:pt x="88280" y="35767"/>
                </a:lnTo>
              </a:path>
            </a:pathLst>
          </a:custGeom>
          <a:noFill xmlns:a="http://schemas.openxmlformats.org/drawingml/2006/main"/>
          <a:ln xmlns:a="http://schemas.openxmlformats.org/drawingml/2006/main" w="19050">
            <a:solidFill>
              <a:srgbClr val="087E8B"/>
            </a:solidFill>
            <a:prstDash val="solid"/>
          </a:ln>
        </p:spPr>
      </p:sp>
      <p:sp>
        <p:nvSpPr>
          <p:cNvPr id="28" name="relationship-label">
            <a:extLst xmlns:a="http://schemas.openxmlformats.org/drawingml/2006/main">
              <a:ext uri="{FF2B5EF4-FFF2-40B4-BE49-F238E27FC236}">
                <a16:creationId xmlns:a16="http://schemas.microsoft.com/office/drawing/2014/main" id="{34588E2A-F18F-4F59-893B-0B3871E1E9DD}"/>
              </a:ext>
            </a:extLst>
          </p:cNvPr>
          <p:cNvSpPr>
            <a:spLocks xmlns:a="http://schemas.openxmlformats.org/drawingml/2006/main" noGrp="1"/>
          </p:cNvSpPr>
          <p:nvPr/>
        </p:nvSpPr>
        <p:spPr>
          <a:xfrm xmlns:a="http://schemas.openxmlformats.org/drawingml/2006/main">
            <a:off x="3757613" y="3959543"/>
            <a:ext cx="714375"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fault</a:t>
            </a:r>
          </a:p>
        </p:txBody>
      </p:sp>
      <p:sp>
        <p:nvSpPr>
          <p:cNvPr id="29" name="plan">
            <a:extLst xmlns:a="http://schemas.openxmlformats.org/drawingml/2006/main">
              <a:ext uri="{FF2B5EF4-FFF2-40B4-BE49-F238E27FC236}">
                <a16:creationId xmlns:a16="http://schemas.microsoft.com/office/drawing/2014/main" id="{447A62ED-0075-4238-B01C-CAFCACCBAA02}"/>
              </a:ext>
            </a:extLst>
          </p:cNvPr>
          <p:cNvSpPr>
            <a:spLocks xmlns:a="http://schemas.openxmlformats.org/drawingml/2006/main" noGrp="1"/>
          </p:cNvSpPr>
          <p:nvPr/>
        </p:nvSpPr>
        <p:spPr>
          <a:xfrm xmlns:a="http://schemas.openxmlformats.org/drawingml/2006/main">
            <a:off x="4429125" y="1767840"/>
            <a:ext cx="3143250" cy="45053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0" name="plan-label">
            <a:extLst xmlns:a="http://schemas.openxmlformats.org/drawingml/2006/main">
              <a:ext uri="{FF2B5EF4-FFF2-40B4-BE49-F238E27FC236}">
                <a16:creationId xmlns:a16="http://schemas.microsoft.com/office/drawing/2014/main" id="{F7B360A2-13C6-4520-B8D6-F1C57811985B}"/>
              </a:ext>
            </a:extLst>
          </p:cNvPr>
          <p:cNvSpPr>
            <a:spLocks xmlns:a="http://schemas.openxmlformats.org/drawingml/2006/main" noGrp="1"/>
          </p:cNvSpPr>
          <p:nvPr/>
        </p:nvSpPr>
        <p:spPr>
          <a:xfrm xmlns:a="http://schemas.openxmlformats.org/drawingml/2006/main">
            <a:off x="4505325" y="1805940"/>
            <a:ext cx="2990850" cy="3743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Draft search route</a:t>
            </a:r>
          </a:p>
        </p:txBody>
      </p:sp>
      <p:sp>
        <p:nvSpPr>
          <p:cNvPr id="31" name="validate">
            <a:extLst xmlns:a="http://schemas.openxmlformats.org/drawingml/2006/main">
              <a:ext uri="{FF2B5EF4-FFF2-40B4-BE49-F238E27FC236}">
                <a16:creationId xmlns:a16="http://schemas.microsoft.com/office/drawing/2014/main" id="{7EE63817-82DD-4EF4-93D3-93D48451421C}"/>
              </a:ext>
            </a:extLst>
          </p:cNvPr>
          <p:cNvSpPr>
            <a:spLocks xmlns:a="http://schemas.openxmlformats.org/drawingml/2006/main" noGrp="1"/>
          </p:cNvSpPr>
          <p:nvPr/>
        </p:nvSpPr>
        <p:spPr>
          <a:xfrm xmlns:a="http://schemas.openxmlformats.org/drawingml/2006/main">
            <a:off x="4429125" y="2505075"/>
            <a:ext cx="3143250" cy="45053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2" name="validate-label">
            <a:extLst xmlns:a="http://schemas.openxmlformats.org/drawingml/2006/main">
              <a:ext uri="{FF2B5EF4-FFF2-40B4-BE49-F238E27FC236}">
                <a16:creationId xmlns:a16="http://schemas.microsoft.com/office/drawing/2014/main" id="{C54EB81F-1218-4BB6-B085-04104F9F0542}"/>
              </a:ext>
            </a:extLst>
          </p:cNvPr>
          <p:cNvSpPr>
            <a:spLocks xmlns:a="http://schemas.openxmlformats.org/drawingml/2006/main" noGrp="1"/>
          </p:cNvSpPr>
          <p:nvPr/>
        </p:nvSpPr>
        <p:spPr>
          <a:xfrm xmlns:a="http://schemas.openxmlformats.org/drawingml/2006/main">
            <a:off x="4505325" y="2543175"/>
            <a:ext cx="2990850" cy="3743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Validate route / review</a:t>
            </a:r>
          </a:p>
        </p:txBody>
      </p:sp>
      <p:sp>
        <p:nvSpPr>
          <p:cNvPr id="33" name="gate">
            <a:extLst xmlns:a="http://schemas.openxmlformats.org/drawingml/2006/main">
              <a:ext uri="{FF2B5EF4-FFF2-40B4-BE49-F238E27FC236}">
                <a16:creationId xmlns:a16="http://schemas.microsoft.com/office/drawing/2014/main" id="{D8401F02-F1A7-494E-B5EB-3DC100BB81BE}"/>
              </a:ext>
            </a:extLst>
          </p:cNvPr>
          <p:cNvSpPr>
            <a:spLocks xmlns:a="http://schemas.openxmlformats.org/drawingml/2006/main" noGrp="1"/>
          </p:cNvSpPr>
          <p:nvPr/>
        </p:nvSpPr>
        <p:spPr>
          <a:xfrm xmlns:a="http://schemas.openxmlformats.org/drawingml/2006/main">
            <a:off x="4429125" y="3242310"/>
            <a:ext cx="3143250" cy="614363"/>
          </a:xfrm>
          <a:prstGeom xmlns:a="http://schemas.openxmlformats.org/drawingml/2006/main" prst="diamond">
            <a:avLst/>
          </a:prstGeom>
          <a:solidFill xmlns:a="http://schemas.openxmlformats.org/drawingml/2006/main">
            <a:srgbClr val="EDF5F7"/>
          </a:solidFill>
          <a:ln xmlns:a="http://schemas.openxmlformats.org/drawingml/2006/main" w="14288">
            <a:solidFill>
              <a:srgbClr val="132C46"/>
            </a:solidFill>
          </a:ln>
        </p:spPr>
      </p:sp>
      <p:sp>
        <p:nvSpPr>
          <p:cNvPr id="34" name="gate-label">
            <a:extLst xmlns:a="http://schemas.openxmlformats.org/drawingml/2006/main">
              <a:ext uri="{FF2B5EF4-FFF2-40B4-BE49-F238E27FC236}">
                <a16:creationId xmlns:a16="http://schemas.microsoft.com/office/drawing/2014/main" id="{BE167F8D-7E81-4CA1-9A3D-C7B8877AA88E}"/>
              </a:ext>
            </a:extLst>
          </p:cNvPr>
          <p:cNvSpPr>
            <a:spLocks xmlns:a="http://schemas.openxmlformats.org/drawingml/2006/main" noGrp="1"/>
          </p:cNvSpPr>
          <p:nvPr/>
        </p:nvSpPr>
        <p:spPr>
          <a:xfrm xmlns:a="http://schemas.openxmlformats.org/drawingml/2006/main">
            <a:off x="4505325" y="3280410"/>
            <a:ext cx="2990850" cy="538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Flight + lease gates pass?</a:t>
            </a:r>
          </a:p>
        </p:txBody>
      </p:sp>
      <p:sp>
        <p:nvSpPr>
          <p:cNvPr id="35" name="run">
            <a:extLst xmlns:a="http://schemas.openxmlformats.org/drawingml/2006/main">
              <a:ext uri="{FF2B5EF4-FFF2-40B4-BE49-F238E27FC236}">
                <a16:creationId xmlns:a16="http://schemas.microsoft.com/office/drawing/2014/main" id="{6674C2C5-D41F-4EEF-8C30-78CD9EECA1C0}"/>
              </a:ext>
            </a:extLst>
          </p:cNvPr>
          <p:cNvSpPr>
            <a:spLocks xmlns:a="http://schemas.openxmlformats.org/drawingml/2006/main" noGrp="1"/>
          </p:cNvSpPr>
          <p:nvPr/>
        </p:nvSpPr>
        <p:spPr>
          <a:xfrm xmlns:a="http://schemas.openxmlformats.org/drawingml/2006/main">
            <a:off x="4429125" y="4225290"/>
            <a:ext cx="3143250" cy="532448"/>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6" name="run-label">
            <a:extLst xmlns:a="http://schemas.openxmlformats.org/drawingml/2006/main">
              <a:ext uri="{FF2B5EF4-FFF2-40B4-BE49-F238E27FC236}">
                <a16:creationId xmlns:a16="http://schemas.microsoft.com/office/drawing/2014/main" id="{1ABD1EF3-36B9-420A-8D62-2F814CDA5E55}"/>
              </a:ext>
            </a:extLst>
          </p:cNvPr>
          <p:cNvSpPr>
            <a:spLocks xmlns:a="http://schemas.openxmlformats.org/drawingml/2006/main" noGrp="1"/>
          </p:cNvSpPr>
          <p:nvPr/>
        </p:nvSpPr>
        <p:spPr>
          <a:xfrm xmlns:a="http://schemas.openxmlformats.org/drawingml/2006/main">
            <a:off x="4505325" y="4263390"/>
            <a:ext cx="2990850" cy="4562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Stream bounded velocity</a:t>
            </a:r>
          </a:p>
        </p:txBody>
      </p:sp>
      <p:sp>
        <p:nvSpPr>
          <p:cNvPr id="37" name="pause">
            <a:extLst xmlns:a="http://schemas.openxmlformats.org/drawingml/2006/main">
              <a:ext uri="{FF2B5EF4-FFF2-40B4-BE49-F238E27FC236}">
                <a16:creationId xmlns:a16="http://schemas.microsoft.com/office/drawing/2014/main" id="{0D076802-9F5C-4B20-A8DF-CF53AA229BBD}"/>
              </a:ext>
            </a:extLst>
          </p:cNvPr>
          <p:cNvSpPr>
            <a:spLocks xmlns:a="http://schemas.openxmlformats.org/drawingml/2006/main" noGrp="1"/>
          </p:cNvSpPr>
          <p:nvPr/>
        </p:nvSpPr>
        <p:spPr>
          <a:xfrm xmlns:a="http://schemas.openxmlformats.org/drawingml/2006/main">
            <a:off x="971550" y="4225290"/>
            <a:ext cx="2828925" cy="61436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8" name="pause-label">
            <a:extLst xmlns:a="http://schemas.openxmlformats.org/drawingml/2006/main">
              <a:ext uri="{FF2B5EF4-FFF2-40B4-BE49-F238E27FC236}">
                <a16:creationId xmlns:a16="http://schemas.microsoft.com/office/drawing/2014/main" id="{0CEE3531-16AA-4C7E-A6E5-207B4A58325C}"/>
              </a:ext>
            </a:extLst>
          </p:cNvPr>
          <p:cNvSpPr>
            <a:spLocks xmlns:a="http://schemas.openxmlformats.org/drawingml/2006/main" noGrp="1"/>
          </p:cNvSpPr>
          <p:nvPr/>
        </p:nvSpPr>
        <p:spPr>
          <a:xfrm xmlns:a="http://schemas.openxmlformats.org/drawingml/2006/main">
            <a:off x="1047750" y="4263390"/>
            <a:ext cx="2676525" cy="538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Pause / reject</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wait for operator</a:t>
            </a:r>
          </a:p>
        </p:txBody>
      </p:sp>
      <p:sp>
        <p:nvSpPr>
          <p:cNvPr id="39" name="end">
            <a:extLst xmlns:a="http://schemas.openxmlformats.org/drawingml/2006/main">
              <a:ext uri="{FF2B5EF4-FFF2-40B4-BE49-F238E27FC236}">
                <a16:creationId xmlns:a16="http://schemas.microsoft.com/office/drawing/2014/main" id="{3FA702FE-F1ED-4FCA-9E7C-68BA2CDCE9D8}"/>
              </a:ext>
            </a:extLst>
          </p:cNvPr>
          <p:cNvSpPr>
            <a:spLocks xmlns:a="http://schemas.openxmlformats.org/drawingml/2006/main" noGrp="1"/>
          </p:cNvSpPr>
          <p:nvPr/>
        </p:nvSpPr>
        <p:spPr>
          <a:xfrm xmlns:a="http://schemas.openxmlformats.org/drawingml/2006/main">
            <a:off x="8148638" y="4225290"/>
            <a:ext cx="2828925" cy="61436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0" name="end-label">
            <a:extLst xmlns:a="http://schemas.openxmlformats.org/drawingml/2006/main">
              <a:ext uri="{FF2B5EF4-FFF2-40B4-BE49-F238E27FC236}">
                <a16:creationId xmlns:a16="http://schemas.microsoft.com/office/drawing/2014/main" id="{ED5E242F-F542-412E-A42E-720FA8A9D8C3}"/>
              </a:ext>
            </a:extLst>
          </p:cNvPr>
          <p:cNvSpPr>
            <a:spLocks xmlns:a="http://schemas.openxmlformats.org/drawingml/2006/main" noGrp="1"/>
          </p:cNvSpPr>
          <p:nvPr/>
        </p:nvSpPr>
        <p:spPr>
          <a:xfrm xmlns:a="http://schemas.openxmlformats.org/drawingml/2006/main">
            <a:off x="8224838" y="4263390"/>
            <a:ext cx="2676525" cy="538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Complete / cancel</a:t>
            </a:r>
          </a:p>
        </p:txBody>
      </p:sp>
      <p:sp>
        <p:nvSpPr>
          <p:cNvPr id="41" name="diagram-caption">
            <a:extLst xmlns:a="http://schemas.openxmlformats.org/drawingml/2006/main">
              <a:ext uri="{FF2B5EF4-FFF2-40B4-BE49-F238E27FC236}">
                <a16:creationId xmlns:a16="http://schemas.microsoft.com/office/drawing/2014/main" id="{49579E22-988D-47CD-BD52-CEA734EA10E3}"/>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Fault, person-policy and pilot events pause the route. Human review and an explicit resume action are required.</a:t>
            </a:r>
          </a:p>
        </p:txBody>
      </p:sp>
    </p:spTree>
    <p:extLst>
      <p:ext uri="{BB962C8B-B14F-4D97-AF65-F5344CB8AC3E}">
        <p14:creationId xmlns:p14="http://schemas.microsoft.com/office/powerpoint/2010/main" val="18926109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E1C484D5-BD26-454E-B3A1-36F68C294629}"/>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28</a:t>
            </a:r>
          </a:p>
        </p:txBody>
      </p:sp>
      <p:sp>
        <p:nvSpPr>
          <p:cNvPr id="3" name="title">
            <a:extLst xmlns:a="http://schemas.openxmlformats.org/drawingml/2006/main">
              <a:ext uri="{FF2B5EF4-FFF2-40B4-BE49-F238E27FC236}">
                <a16:creationId xmlns:a16="http://schemas.microsoft.com/office/drawing/2014/main" id="{35771D9D-D10E-4468-BE40-30318D97ACF4}"/>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Mission state and recovery</a:t>
            </a:r>
          </a:p>
        </p:txBody>
      </p:sp>
      <p:sp>
        <p:nvSpPr>
          <p:cNvPr id="4" name="summary">
            <a:extLst xmlns:a="http://schemas.openxmlformats.org/drawingml/2006/main">
              <a:ext uri="{FF2B5EF4-FFF2-40B4-BE49-F238E27FC236}">
                <a16:creationId xmlns:a16="http://schemas.microsoft.com/office/drawing/2014/main" id="{8573ADE3-4136-4706-822D-944F366E1BC6}"/>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Pause is a latched state, not automatic fault recovery</a:t>
            </a:r>
          </a:p>
        </p:txBody>
      </p:sp>
      <p:sp>
        <p:nvSpPr>
          <p:cNvPr id="5" name="footer">
            <a:extLst xmlns:a="http://schemas.openxmlformats.org/drawingml/2006/main">
              <a:ext uri="{FF2B5EF4-FFF2-40B4-BE49-F238E27FC236}">
                <a16:creationId xmlns:a16="http://schemas.microsoft.com/office/drawing/2014/main" id="{24738D6D-4492-4D78-B808-CAE3B0D6E6E1}"/>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E59D6D04-305B-4BC7-B8E6-0DF55AB637D1}"/>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29 / 38</a:t>
            </a:r>
          </a:p>
        </p:txBody>
      </p:sp>
      <p:sp>
        <p:nvSpPr>
          <p:cNvPr id="7" name="relationship">
            <a:extLst xmlns:a="http://schemas.openxmlformats.org/drawingml/2006/main">
              <a:ext uri="{FF2B5EF4-FFF2-40B4-BE49-F238E27FC236}">
                <a16:creationId xmlns:a16="http://schemas.microsoft.com/office/drawing/2014/main" id="{24F33D76-884E-47DF-B8EC-62FBD490ED45}"/>
              </a:ext>
            </a:extLst>
          </p:cNvPr>
          <p:cNvSpPr>
            <a:spLocks xmlns:a="http://schemas.openxmlformats.org/drawingml/2006/main" noGrp="1"/>
          </p:cNvSpPr>
          <p:nvPr/>
        </p:nvSpPr>
        <p:spPr>
          <a:xfrm xmlns:a="http://schemas.openxmlformats.org/drawingml/2006/main">
            <a:off x="3486150" y="2546033"/>
            <a:ext cx="1257300" cy="9525"/>
          </a:xfrm>
          <a:custGeom xmlns:a="http://schemas.openxmlformats.org/drawingml/2006/main">
            <a:pathLst>
              <a:path w="1257300" h="9525">
                <a:moveTo>
                  <a:pt x="0" y="0"/>
                </a:moveTo>
                <a:lnTo>
                  <a:pt x="1257300" y="0"/>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C37061C2-1976-4806-89AF-CB3C814EA2BE}"/>
              </a:ext>
            </a:extLst>
          </p:cNvPr>
          <p:cNvSpPr>
            <a:spLocks xmlns:a="http://schemas.openxmlformats.org/drawingml/2006/main" noGrp="1"/>
          </p:cNvSpPr>
          <p:nvPr/>
        </p:nvSpPr>
        <p:spPr>
          <a:xfrm xmlns:a="http://schemas.openxmlformats.org/drawingml/2006/main">
            <a:off x="4657682" y="2546033"/>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DABCA56D-1395-4F88-AFAA-FAE8D4E7797D}"/>
              </a:ext>
            </a:extLst>
          </p:cNvPr>
          <p:cNvSpPr>
            <a:spLocks xmlns:a="http://schemas.openxmlformats.org/drawingml/2006/main" noGrp="1"/>
          </p:cNvSpPr>
          <p:nvPr/>
        </p:nvSpPr>
        <p:spPr>
          <a:xfrm xmlns:a="http://schemas.openxmlformats.org/drawingml/2006/main">
            <a:off x="4657682" y="250460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674FC899-8265-4C22-BA4C-D678C6763543}"/>
              </a:ext>
            </a:extLst>
          </p:cNvPr>
          <p:cNvSpPr>
            <a:spLocks xmlns:a="http://schemas.openxmlformats.org/drawingml/2006/main" noGrp="1"/>
          </p:cNvSpPr>
          <p:nvPr/>
        </p:nvSpPr>
        <p:spPr>
          <a:xfrm xmlns:a="http://schemas.openxmlformats.org/drawingml/2006/main">
            <a:off x="3543300" y="1993583"/>
            <a:ext cx="114300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validate / load</a:t>
            </a:r>
          </a:p>
        </p:txBody>
      </p:sp>
      <p:sp>
        <p:nvSpPr>
          <p:cNvPr id="11" name="relationship">
            <a:extLst xmlns:a="http://schemas.openxmlformats.org/drawingml/2006/main">
              <a:ext uri="{FF2B5EF4-FFF2-40B4-BE49-F238E27FC236}">
                <a16:creationId xmlns:a16="http://schemas.microsoft.com/office/drawing/2014/main" id="{084EF9CB-726C-4435-B4EC-426643318506}"/>
              </a:ext>
            </a:extLst>
          </p:cNvPr>
          <p:cNvSpPr>
            <a:spLocks xmlns:a="http://schemas.openxmlformats.org/drawingml/2006/main" noGrp="1"/>
          </p:cNvSpPr>
          <p:nvPr/>
        </p:nvSpPr>
        <p:spPr>
          <a:xfrm xmlns:a="http://schemas.openxmlformats.org/drawingml/2006/main">
            <a:off x="7258050" y="2546033"/>
            <a:ext cx="1257300" cy="9525"/>
          </a:xfrm>
          <a:custGeom xmlns:a="http://schemas.openxmlformats.org/drawingml/2006/main">
            <a:pathLst>
              <a:path w="1257300" h="9525">
                <a:moveTo>
                  <a:pt x="0" y="0"/>
                </a:moveTo>
                <a:lnTo>
                  <a:pt x="1257300"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8681143A-693F-4F7F-A5C6-9A24FCFD970D}"/>
              </a:ext>
            </a:extLst>
          </p:cNvPr>
          <p:cNvSpPr>
            <a:spLocks xmlns:a="http://schemas.openxmlformats.org/drawingml/2006/main" noGrp="1"/>
          </p:cNvSpPr>
          <p:nvPr/>
        </p:nvSpPr>
        <p:spPr>
          <a:xfrm xmlns:a="http://schemas.openxmlformats.org/drawingml/2006/main">
            <a:off x="8429582" y="2546033"/>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034845A6-3F24-4923-AE13-80EA81291226}"/>
              </a:ext>
            </a:extLst>
          </p:cNvPr>
          <p:cNvSpPr>
            <a:spLocks xmlns:a="http://schemas.openxmlformats.org/drawingml/2006/main" noGrp="1"/>
          </p:cNvSpPr>
          <p:nvPr/>
        </p:nvSpPr>
        <p:spPr>
          <a:xfrm xmlns:a="http://schemas.openxmlformats.org/drawingml/2006/main">
            <a:off x="8429582" y="2504602"/>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DA2D3EC4-7BCA-45F5-86CA-1175B0EDCC93}"/>
              </a:ext>
            </a:extLst>
          </p:cNvPr>
          <p:cNvSpPr>
            <a:spLocks xmlns:a="http://schemas.openxmlformats.org/drawingml/2006/main" noGrp="1"/>
          </p:cNvSpPr>
          <p:nvPr/>
        </p:nvSpPr>
        <p:spPr>
          <a:xfrm xmlns:a="http://schemas.openxmlformats.org/drawingml/2006/main">
            <a:off x="7315200" y="1993583"/>
            <a:ext cx="114300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start + gates</a:t>
            </a:r>
          </a:p>
        </p:txBody>
      </p:sp>
      <p:sp>
        <p:nvSpPr>
          <p:cNvPr id="15" name="relationship">
            <a:extLst xmlns:a="http://schemas.openxmlformats.org/drawingml/2006/main">
              <a:ext uri="{FF2B5EF4-FFF2-40B4-BE49-F238E27FC236}">
                <a16:creationId xmlns:a16="http://schemas.microsoft.com/office/drawing/2014/main" id="{CA863FDC-494E-48B3-A9E2-3BB8F0408F08}"/>
              </a:ext>
            </a:extLst>
          </p:cNvPr>
          <p:cNvSpPr>
            <a:spLocks xmlns:a="http://schemas.openxmlformats.org/drawingml/2006/main" noGrp="1"/>
          </p:cNvSpPr>
          <p:nvPr/>
        </p:nvSpPr>
        <p:spPr>
          <a:xfrm xmlns:a="http://schemas.openxmlformats.org/drawingml/2006/main">
            <a:off x="7258050" y="2349437"/>
            <a:ext cx="1257300" cy="2129790"/>
          </a:xfrm>
          <a:custGeom xmlns:a="http://schemas.openxmlformats.org/drawingml/2006/main">
            <a:pathLst>
              <a:path w="1257300" h="2129790">
                <a:moveTo>
                  <a:pt x="1257300" y="0"/>
                </a:moveTo>
                <a:lnTo>
                  <a:pt x="0" y="2129790"/>
                </a:lnTo>
              </a:path>
            </a:pathLst>
          </a:custGeom>
          <a:noFill xmlns:a="http://schemas.openxmlformats.org/drawingml/2006/main"/>
          <a:ln xmlns:a="http://schemas.openxmlformats.org/drawingml/2006/main" w="19050">
            <a:solidFill>
              <a:srgbClr val="087E8B"/>
            </a:solidFill>
            <a:prstDash val="solid"/>
          </a:ln>
        </p:spPr>
      </p:sp>
      <p:sp>
        <p:nvSpPr>
          <p:cNvPr id="16" name="arrow-head">
            <a:extLst xmlns:a="http://schemas.openxmlformats.org/drawingml/2006/main">
              <a:ext uri="{FF2B5EF4-FFF2-40B4-BE49-F238E27FC236}">
                <a16:creationId xmlns:a16="http://schemas.microsoft.com/office/drawing/2014/main" id="{8A5C0906-10F7-4B0D-8A50-EED58E99B8BF}"/>
              </a:ext>
            </a:extLst>
          </p:cNvPr>
          <p:cNvSpPr>
            <a:spLocks xmlns:a="http://schemas.openxmlformats.org/drawingml/2006/main" noGrp="1"/>
          </p:cNvSpPr>
          <p:nvPr/>
        </p:nvSpPr>
        <p:spPr>
          <a:xfrm xmlns:a="http://schemas.openxmlformats.org/drawingml/2006/main">
            <a:off x="7258050" y="4384307"/>
            <a:ext cx="9525" cy="94920"/>
          </a:xfrm>
          <a:custGeom xmlns:a="http://schemas.openxmlformats.org/drawingml/2006/main">
            <a:pathLst>
              <a:path w="9525" h="94920">
                <a:moveTo>
                  <a:pt x="0" y="94920"/>
                </a:moveTo>
                <a:lnTo>
                  <a:pt x="7924" y="0"/>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F815EAE2-DF33-4DEA-B4C5-3B44310BAFD5}"/>
              </a:ext>
            </a:extLst>
          </p:cNvPr>
          <p:cNvSpPr>
            <a:spLocks xmlns:a="http://schemas.openxmlformats.org/drawingml/2006/main" noGrp="1"/>
          </p:cNvSpPr>
          <p:nvPr/>
        </p:nvSpPr>
        <p:spPr>
          <a:xfrm xmlns:a="http://schemas.openxmlformats.org/drawingml/2006/main">
            <a:off x="7258050" y="4426430"/>
            <a:ext cx="79279" cy="52796"/>
          </a:xfrm>
          <a:custGeom xmlns:a="http://schemas.openxmlformats.org/drawingml/2006/main">
            <a:pathLst>
              <a:path w="79279" h="52796">
                <a:moveTo>
                  <a:pt x="0" y="52796"/>
                </a:moveTo>
                <a:lnTo>
                  <a:pt x="79279" y="0"/>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D84E506C-EDDE-459C-9BE8-81FE29F399D7}"/>
              </a:ext>
            </a:extLst>
          </p:cNvPr>
          <p:cNvSpPr>
            <a:spLocks xmlns:a="http://schemas.openxmlformats.org/drawingml/2006/main" noGrp="1"/>
          </p:cNvSpPr>
          <p:nvPr/>
        </p:nvSpPr>
        <p:spPr>
          <a:xfrm xmlns:a="http://schemas.openxmlformats.org/drawingml/2006/main">
            <a:off x="6781800" y="3128582"/>
            <a:ext cx="22098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fault / pause / pilot</a:t>
            </a:r>
          </a:p>
        </p:txBody>
      </p:sp>
      <p:sp>
        <p:nvSpPr>
          <p:cNvPr id="19" name="relationship">
            <a:extLst xmlns:a="http://schemas.openxmlformats.org/drawingml/2006/main">
              <a:ext uri="{FF2B5EF4-FFF2-40B4-BE49-F238E27FC236}">
                <a16:creationId xmlns:a16="http://schemas.microsoft.com/office/drawing/2014/main" id="{1424F36A-CB62-43BA-BE4A-F32137D2593A}"/>
              </a:ext>
            </a:extLst>
          </p:cNvPr>
          <p:cNvSpPr>
            <a:spLocks xmlns:a="http://schemas.openxmlformats.org/drawingml/2006/main" noGrp="1"/>
          </p:cNvSpPr>
          <p:nvPr/>
        </p:nvSpPr>
        <p:spPr>
          <a:xfrm xmlns:a="http://schemas.openxmlformats.org/drawingml/2006/main">
            <a:off x="7258050" y="2742629"/>
            <a:ext cx="1257300" cy="2129790"/>
          </a:xfrm>
          <a:custGeom xmlns:a="http://schemas.openxmlformats.org/drawingml/2006/main">
            <a:pathLst>
              <a:path w="1257300" h="2129790">
                <a:moveTo>
                  <a:pt x="0" y="2129790"/>
                </a:moveTo>
                <a:lnTo>
                  <a:pt x="1257300" y="0"/>
                </a:lnTo>
              </a:path>
            </a:pathLst>
          </a:custGeom>
          <a:noFill xmlns:a="http://schemas.openxmlformats.org/drawingml/2006/main"/>
          <a:ln xmlns:a="http://schemas.openxmlformats.org/drawingml/2006/main" w="19050">
            <a:solidFill>
              <a:srgbClr val="087E8B"/>
            </a:solidFill>
            <a:prstDash val="solid"/>
          </a:ln>
        </p:spPr>
      </p:sp>
      <p:sp>
        <p:nvSpPr>
          <p:cNvPr id="20" name="arrow-head">
            <a:extLst xmlns:a="http://schemas.openxmlformats.org/drawingml/2006/main">
              <a:ext uri="{FF2B5EF4-FFF2-40B4-BE49-F238E27FC236}">
                <a16:creationId xmlns:a16="http://schemas.microsoft.com/office/drawing/2014/main" id="{36B437E5-1E8B-4D02-9B62-593D41DA6839}"/>
              </a:ext>
            </a:extLst>
          </p:cNvPr>
          <p:cNvSpPr>
            <a:spLocks xmlns:a="http://schemas.openxmlformats.org/drawingml/2006/main" noGrp="1"/>
          </p:cNvSpPr>
          <p:nvPr/>
        </p:nvSpPr>
        <p:spPr>
          <a:xfrm xmlns:a="http://schemas.openxmlformats.org/drawingml/2006/main">
            <a:off x="8507426" y="2742629"/>
            <a:ext cx="9525" cy="94920"/>
          </a:xfrm>
          <a:custGeom xmlns:a="http://schemas.openxmlformats.org/drawingml/2006/main">
            <a:pathLst>
              <a:path w="9525" h="94920">
                <a:moveTo>
                  <a:pt x="7924" y="0"/>
                </a:moveTo>
                <a:lnTo>
                  <a:pt x="0" y="94920"/>
                </a:lnTo>
              </a:path>
            </a:pathLst>
          </a:custGeom>
          <a:noFill xmlns:a="http://schemas.openxmlformats.org/drawingml/2006/main"/>
          <a:ln xmlns:a="http://schemas.openxmlformats.org/drawingml/2006/main" w="19050">
            <a:solidFill>
              <a:srgbClr val="087E8B"/>
            </a:solidFill>
            <a:prstDash val="solid"/>
          </a:ln>
        </p:spPr>
      </p:sp>
      <p:sp>
        <p:nvSpPr>
          <p:cNvPr id="21" name="arrow-head">
            <a:extLst xmlns:a="http://schemas.openxmlformats.org/drawingml/2006/main">
              <a:ext uri="{FF2B5EF4-FFF2-40B4-BE49-F238E27FC236}">
                <a16:creationId xmlns:a16="http://schemas.microsoft.com/office/drawing/2014/main" id="{35BF630D-82C1-4F18-95B4-B84DB5CB195D}"/>
              </a:ext>
            </a:extLst>
          </p:cNvPr>
          <p:cNvSpPr>
            <a:spLocks xmlns:a="http://schemas.openxmlformats.org/drawingml/2006/main" noGrp="1"/>
          </p:cNvSpPr>
          <p:nvPr/>
        </p:nvSpPr>
        <p:spPr>
          <a:xfrm xmlns:a="http://schemas.openxmlformats.org/drawingml/2006/main">
            <a:off x="8436071" y="2742629"/>
            <a:ext cx="79279" cy="52796"/>
          </a:xfrm>
          <a:custGeom xmlns:a="http://schemas.openxmlformats.org/drawingml/2006/main">
            <a:pathLst>
              <a:path w="79279" h="52796">
                <a:moveTo>
                  <a:pt x="79279" y="0"/>
                </a:moveTo>
                <a:lnTo>
                  <a:pt x="0" y="52796"/>
                </a:lnTo>
              </a:path>
            </a:pathLst>
          </a:custGeom>
          <a:noFill xmlns:a="http://schemas.openxmlformats.org/drawingml/2006/main"/>
          <a:ln xmlns:a="http://schemas.openxmlformats.org/drawingml/2006/main" w="19050">
            <a:solidFill>
              <a:srgbClr val="087E8B"/>
            </a:solidFill>
            <a:prstDash val="solid"/>
          </a:ln>
        </p:spPr>
      </p:sp>
      <p:sp>
        <p:nvSpPr>
          <p:cNvPr id="22" name="relationship-label">
            <a:extLst xmlns:a="http://schemas.openxmlformats.org/drawingml/2006/main">
              <a:ext uri="{FF2B5EF4-FFF2-40B4-BE49-F238E27FC236}">
                <a16:creationId xmlns:a16="http://schemas.microsoft.com/office/drawing/2014/main" id="{3FBC8F39-3BC4-40DF-B919-7DB69C14082B}"/>
              </a:ext>
            </a:extLst>
          </p:cNvPr>
          <p:cNvSpPr>
            <a:spLocks xmlns:a="http://schemas.openxmlformats.org/drawingml/2006/main" noGrp="1"/>
          </p:cNvSpPr>
          <p:nvPr/>
        </p:nvSpPr>
        <p:spPr>
          <a:xfrm xmlns:a="http://schemas.openxmlformats.org/drawingml/2006/main">
            <a:off x="6686550" y="3521774"/>
            <a:ext cx="24003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explicit resume + gates</a:t>
            </a:r>
          </a:p>
        </p:txBody>
      </p:sp>
      <p:sp>
        <p:nvSpPr>
          <p:cNvPr id="23" name="relationship">
            <a:extLst xmlns:a="http://schemas.openxmlformats.org/drawingml/2006/main">
              <a:ext uri="{FF2B5EF4-FFF2-40B4-BE49-F238E27FC236}">
                <a16:creationId xmlns:a16="http://schemas.microsoft.com/office/drawing/2014/main" id="{227ADA5D-4E86-4D20-A50F-BB325E340F30}"/>
              </a:ext>
            </a:extLst>
          </p:cNvPr>
          <p:cNvSpPr>
            <a:spLocks xmlns:a="http://schemas.openxmlformats.org/drawingml/2006/main" noGrp="1"/>
          </p:cNvSpPr>
          <p:nvPr/>
        </p:nvSpPr>
        <p:spPr>
          <a:xfrm xmlns:a="http://schemas.openxmlformats.org/drawingml/2006/main">
            <a:off x="9772650" y="2832735"/>
            <a:ext cx="9525" cy="1556385"/>
          </a:xfrm>
          <a:custGeom xmlns:a="http://schemas.openxmlformats.org/drawingml/2006/main">
            <a:pathLst>
              <a:path w="9525" h="1556385">
                <a:moveTo>
                  <a:pt x="0" y="0"/>
                </a:moveTo>
                <a:lnTo>
                  <a:pt x="0" y="1556385"/>
                </a:lnTo>
              </a:path>
            </a:pathLst>
          </a:custGeom>
          <a:noFill xmlns:a="http://schemas.openxmlformats.org/drawingml/2006/main"/>
          <a:ln xmlns:a="http://schemas.openxmlformats.org/drawingml/2006/main" w="19050">
            <a:solidFill>
              <a:srgbClr val="087E8B"/>
            </a:solidFill>
            <a:prstDash val="solid"/>
          </a:ln>
        </p:spPr>
      </p:sp>
      <p:sp>
        <p:nvSpPr>
          <p:cNvPr id="24" name="arrow-head">
            <a:extLst xmlns:a="http://schemas.openxmlformats.org/drawingml/2006/main">
              <a:ext uri="{FF2B5EF4-FFF2-40B4-BE49-F238E27FC236}">
                <a16:creationId xmlns:a16="http://schemas.microsoft.com/office/drawing/2014/main" id="{33CF5B89-0CC0-4E42-A659-DC8102A367BC}"/>
              </a:ext>
            </a:extLst>
          </p:cNvPr>
          <p:cNvSpPr>
            <a:spLocks xmlns:a="http://schemas.openxmlformats.org/drawingml/2006/main" noGrp="1"/>
          </p:cNvSpPr>
          <p:nvPr/>
        </p:nvSpPr>
        <p:spPr>
          <a:xfrm xmlns:a="http://schemas.openxmlformats.org/drawingml/2006/main">
            <a:off x="9731220" y="4303352"/>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25" name="arrow-head">
            <a:extLst xmlns:a="http://schemas.openxmlformats.org/drawingml/2006/main">
              <a:ext uri="{FF2B5EF4-FFF2-40B4-BE49-F238E27FC236}">
                <a16:creationId xmlns:a16="http://schemas.microsoft.com/office/drawing/2014/main" id="{E032C5BA-1811-4772-8F94-C036452EC550}"/>
              </a:ext>
            </a:extLst>
          </p:cNvPr>
          <p:cNvSpPr>
            <a:spLocks xmlns:a="http://schemas.openxmlformats.org/drawingml/2006/main" noGrp="1"/>
          </p:cNvSpPr>
          <p:nvPr/>
        </p:nvSpPr>
        <p:spPr>
          <a:xfrm xmlns:a="http://schemas.openxmlformats.org/drawingml/2006/main">
            <a:off x="9772650" y="4303352"/>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26" name="relationship-label">
            <a:extLst xmlns:a="http://schemas.openxmlformats.org/drawingml/2006/main">
              <a:ext uri="{FF2B5EF4-FFF2-40B4-BE49-F238E27FC236}">
                <a16:creationId xmlns:a16="http://schemas.microsoft.com/office/drawing/2014/main" id="{45A1F645-6CA0-4CE8-96AB-4B9932B9ED61}"/>
              </a:ext>
            </a:extLst>
          </p:cNvPr>
          <p:cNvSpPr>
            <a:spLocks xmlns:a="http://schemas.openxmlformats.org/drawingml/2006/main" noGrp="1"/>
          </p:cNvSpPr>
          <p:nvPr/>
        </p:nvSpPr>
        <p:spPr>
          <a:xfrm xmlns:a="http://schemas.openxmlformats.org/drawingml/2006/main">
            <a:off x="8953500" y="3325178"/>
            <a:ext cx="16383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finish / cancel</a:t>
            </a:r>
          </a:p>
        </p:txBody>
      </p:sp>
      <p:sp>
        <p:nvSpPr>
          <p:cNvPr id="27" name="relationship">
            <a:extLst xmlns:a="http://schemas.openxmlformats.org/drawingml/2006/main">
              <a:ext uri="{FF2B5EF4-FFF2-40B4-BE49-F238E27FC236}">
                <a16:creationId xmlns:a16="http://schemas.microsoft.com/office/drawing/2014/main" id="{3F4E9612-1C69-45E8-8937-9942BB84C52F}"/>
              </a:ext>
            </a:extLst>
          </p:cNvPr>
          <p:cNvSpPr>
            <a:spLocks xmlns:a="http://schemas.openxmlformats.org/drawingml/2006/main" noGrp="1"/>
          </p:cNvSpPr>
          <p:nvPr/>
        </p:nvSpPr>
        <p:spPr>
          <a:xfrm xmlns:a="http://schemas.openxmlformats.org/drawingml/2006/main">
            <a:off x="6000750" y="2832735"/>
            <a:ext cx="9525" cy="1556385"/>
          </a:xfrm>
          <a:custGeom xmlns:a="http://schemas.openxmlformats.org/drawingml/2006/main">
            <a:pathLst>
              <a:path w="9525" h="1556385">
                <a:moveTo>
                  <a:pt x="0" y="1556385"/>
                </a:moveTo>
                <a:lnTo>
                  <a:pt x="0" y="0"/>
                </a:lnTo>
              </a:path>
            </a:pathLst>
          </a:custGeom>
          <a:noFill xmlns:a="http://schemas.openxmlformats.org/drawingml/2006/main"/>
          <a:ln xmlns:a="http://schemas.openxmlformats.org/drawingml/2006/main" w="19050">
            <a:solidFill>
              <a:srgbClr val="087E8B"/>
            </a:solidFill>
            <a:prstDash val="solid"/>
          </a:ln>
        </p:spPr>
      </p:sp>
      <p:sp>
        <p:nvSpPr>
          <p:cNvPr id="28" name="arrow-head">
            <a:extLst xmlns:a="http://schemas.openxmlformats.org/drawingml/2006/main">
              <a:ext uri="{FF2B5EF4-FFF2-40B4-BE49-F238E27FC236}">
                <a16:creationId xmlns:a16="http://schemas.microsoft.com/office/drawing/2014/main" id="{E08DCDAD-02E6-4E61-8C48-AB9D7C19AC4F}"/>
              </a:ext>
            </a:extLst>
          </p:cNvPr>
          <p:cNvSpPr>
            <a:spLocks xmlns:a="http://schemas.openxmlformats.org/drawingml/2006/main" noGrp="1"/>
          </p:cNvSpPr>
          <p:nvPr/>
        </p:nvSpPr>
        <p:spPr>
          <a:xfrm xmlns:a="http://schemas.openxmlformats.org/drawingml/2006/main">
            <a:off x="6000750" y="2832735"/>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19050">
            <a:solidFill>
              <a:srgbClr val="087E8B"/>
            </a:solidFill>
            <a:prstDash val="solid"/>
          </a:ln>
        </p:spPr>
      </p:sp>
      <p:sp>
        <p:nvSpPr>
          <p:cNvPr id="29" name="arrow-head">
            <a:extLst xmlns:a="http://schemas.openxmlformats.org/drawingml/2006/main">
              <a:ext uri="{FF2B5EF4-FFF2-40B4-BE49-F238E27FC236}">
                <a16:creationId xmlns:a16="http://schemas.microsoft.com/office/drawing/2014/main" id="{A61F9006-0D76-4356-AF37-52421ED0BF2B}"/>
              </a:ext>
            </a:extLst>
          </p:cNvPr>
          <p:cNvSpPr>
            <a:spLocks xmlns:a="http://schemas.openxmlformats.org/drawingml/2006/main" noGrp="1"/>
          </p:cNvSpPr>
          <p:nvPr/>
        </p:nvSpPr>
        <p:spPr>
          <a:xfrm xmlns:a="http://schemas.openxmlformats.org/drawingml/2006/main">
            <a:off x="5959320" y="2832735"/>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19050">
            <a:solidFill>
              <a:srgbClr val="087E8B"/>
            </a:solidFill>
            <a:prstDash val="solid"/>
          </a:ln>
        </p:spPr>
      </p:sp>
      <p:sp>
        <p:nvSpPr>
          <p:cNvPr id="30" name="relationship-label">
            <a:extLst xmlns:a="http://schemas.openxmlformats.org/drawingml/2006/main">
              <a:ext uri="{FF2B5EF4-FFF2-40B4-BE49-F238E27FC236}">
                <a16:creationId xmlns:a16="http://schemas.microsoft.com/office/drawing/2014/main" id="{5DB686EC-D282-486D-BD98-01A82A95A0F0}"/>
              </a:ext>
            </a:extLst>
          </p:cNvPr>
          <p:cNvSpPr>
            <a:spLocks xmlns:a="http://schemas.openxmlformats.org/drawingml/2006/main" noGrp="1"/>
          </p:cNvSpPr>
          <p:nvPr/>
        </p:nvSpPr>
        <p:spPr>
          <a:xfrm xmlns:a="http://schemas.openxmlformats.org/drawingml/2006/main">
            <a:off x="5276850" y="3325178"/>
            <a:ext cx="14478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edit / reload</a:t>
            </a:r>
          </a:p>
        </p:txBody>
      </p:sp>
      <p:sp>
        <p:nvSpPr>
          <p:cNvPr id="31" name="empty">
            <a:extLst xmlns:a="http://schemas.openxmlformats.org/drawingml/2006/main">
              <a:ext uri="{FF2B5EF4-FFF2-40B4-BE49-F238E27FC236}">
                <a16:creationId xmlns:a16="http://schemas.microsoft.com/office/drawing/2014/main" id="{5E11CCF5-2927-4492-A935-D9643C36519D}"/>
              </a:ext>
            </a:extLst>
          </p:cNvPr>
          <p:cNvSpPr>
            <a:spLocks xmlns:a="http://schemas.openxmlformats.org/drawingml/2006/main" noGrp="1"/>
          </p:cNvSpPr>
          <p:nvPr/>
        </p:nvSpPr>
        <p:spPr>
          <a:xfrm xmlns:a="http://schemas.openxmlformats.org/drawingml/2006/main">
            <a:off x="971550" y="2259330"/>
            <a:ext cx="2514600" cy="573405"/>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2" name="empty-label">
            <a:extLst xmlns:a="http://schemas.openxmlformats.org/drawingml/2006/main">
              <a:ext uri="{FF2B5EF4-FFF2-40B4-BE49-F238E27FC236}">
                <a16:creationId xmlns:a16="http://schemas.microsoft.com/office/drawing/2014/main" id="{05F147B7-1239-4962-9BD0-45CFC6499F7D}"/>
              </a:ext>
            </a:extLst>
          </p:cNvPr>
          <p:cNvSpPr>
            <a:spLocks xmlns:a="http://schemas.openxmlformats.org/drawingml/2006/main" noGrp="1"/>
          </p:cNvSpPr>
          <p:nvPr/>
        </p:nvSpPr>
        <p:spPr>
          <a:xfrm xmlns:a="http://schemas.openxmlformats.org/drawingml/2006/main">
            <a:off x="1047750" y="2297430"/>
            <a:ext cx="23622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empty</a:t>
            </a:r>
          </a:p>
        </p:txBody>
      </p:sp>
      <p:sp>
        <p:nvSpPr>
          <p:cNvPr id="33" name="ready">
            <a:extLst xmlns:a="http://schemas.openxmlformats.org/drawingml/2006/main">
              <a:ext uri="{FF2B5EF4-FFF2-40B4-BE49-F238E27FC236}">
                <a16:creationId xmlns:a16="http://schemas.microsoft.com/office/drawing/2014/main" id="{865D930F-4647-439F-949B-0F6E90D0B949}"/>
              </a:ext>
            </a:extLst>
          </p:cNvPr>
          <p:cNvSpPr>
            <a:spLocks xmlns:a="http://schemas.openxmlformats.org/drawingml/2006/main" noGrp="1"/>
          </p:cNvSpPr>
          <p:nvPr/>
        </p:nvSpPr>
        <p:spPr>
          <a:xfrm xmlns:a="http://schemas.openxmlformats.org/drawingml/2006/main">
            <a:off x="4743450" y="2259330"/>
            <a:ext cx="2514600" cy="573405"/>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4" name="ready-label">
            <a:extLst xmlns:a="http://schemas.openxmlformats.org/drawingml/2006/main">
              <a:ext uri="{FF2B5EF4-FFF2-40B4-BE49-F238E27FC236}">
                <a16:creationId xmlns:a16="http://schemas.microsoft.com/office/drawing/2014/main" id="{B4B8E699-2887-4FEB-A3EA-4D188A3FDC92}"/>
              </a:ext>
            </a:extLst>
          </p:cNvPr>
          <p:cNvSpPr>
            <a:spLocks xmlns:a="http://schemas.openxmlformats.org/drawingml/2006/main" noGrp="1"/>
          </p:cNvSpPr>
          <p:nvPr/>
        </p:nvSpPr>
        <p:spPr>
          <a:xfrm xmlns:a="http://schemas.openxmlformats.org/drawingml/2006/main">
            <a:off x="4819650" y="2297430"/>
            <a:ext cx="23622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ready</a:t>
            </a:r>
          </a:p>
        </p:txBody>
      </p:sp>
      <p:sp>
        <p:nvSpPr>
          <p:cNvPr id="35" name="run">
            <a:extLst xmlns:a="http://schemas.openxmlformats.org/drawingml/2006/main">
              <a:ext uri="{FF2B5EF4-FFF2-40B4-BE49-F238E27FC236}">
                <a16:creationId xmlns:a16="http://schemas.microsoft.com/office/drawing/2014/main" id="{0E86E95C-A054-48AD-80B3-487A837E972C}"/>
              </a:ext>
            </a:extLst>
          </p:cNvPr>
          <p:cNvSpPr>
            <a:spLocks xmlns:a="http://schemas.openxmlformats.org/drawingml/2006/main" noGrp="1"/>
          </p:cNvSpPr>
          <p:nvPr/>
        </p:nvSpPr>
        <p:spPr>
          <a:xfrm xmlns:a="http://schemas.openxmlformats.org/drawingml/2006/main">
            <a:off x="8515350" y="2259330"/>
            <a:ext cx="2514600" cy="573405"/>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6" name="run-label">
            <a:extLst xmlns:a="http://schemas.openxmlformats.org/drawingml/2006/main">
              <a:ext uri="{FF2B5EF4-FFF2-40B4-BE49-F238E27FC236}">
                <a16:creationId xmlns:a16="http://schemas.microsoft.com/office/drawing/2014/main" id="{58D0C2C0-CDDF-4E86-9F74-3DD81CC89455}"/>
              </a:ext>
            </a:extLst>
          </p:cNvPr>
          <p:cNvSpPr>
            <a:spLocks xmlns:a="http://schemas.openxmlformats.org/drawingml/2006/main" noGrp="1"/>
          </p:cNvSpPr>
          <p:nvPr/>
        </p:nvSpPr>
        <p:spPr>
          <a:xfrm xmlns:a="http://schemas.openxmlformats.org/drawingml/2006/main">
            <a:off x="8591550" y="2297430"/>
            <a:ext cx="23622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running</a:t>
            </a:r>
          </a:p>
        </p:txBody>
      </p:sp>
      <p:sp>
        <p:nvSpPr>
          <p:cNvPr id="37" name="pause">
            <a:extLst xmlns:a="http://schemas.openxmlformats.org/drawingml/2006/main">
              <a:ext uri="{FF2B5EF4-FFF2-40B4-BE49-F238E27FC236}">
                <a16:creationId xmlns:a16="http://schemas.microsoft.com/office/drawing/2014/main" id="{FD3D8B6B-1406-4A7C-9F4A-DF2518801E47}"/>
              </a:ext>
            </a:extLst>
          </p:cNvPr>
          <p:cNvSpPr>
            <a:spLocks xmlns:a="http://schemas.openxmlformats.org/drawingml/2006/main" noGrp="1"/>
          </p:cNvSpPr>
          <p:nvPr/>
        </p:nvSpPr>
        <p:spPr>
          <a:xfrm xmlns:a="http://schemas.openxmlformats.org/drawingml/2006/main">
            <a:off x="4743450" y="4389120"/>
            <a:ext cx="2514600" cy="573405"/>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38" name="pause-label">
            <a:extLst xmlns:a="http://schemas.openxmlformats.org/drawingml/2006/main">
              <a:ext uri="{FF2B5EF4-FFF2-40B4-BE49-F238E27FC236}">
                <a16:creationId xmlns:a16="http://schemas.microsoft.com/office/drawing/2014/main" id="{C055338A-DCBF-4B03-9CFC-F4AC3AF03CC9}"/>
              </a:ext>
            </a:extLst>
          </p:cNvPr>
          <p:cNvSpPr>
            <a:spLocks xmlns:a="http://schemas.openxmlformats.org/drawingml/2006/main" noGrp="1"/>
          </p:cNvSpPr>
          <p:nvPr/>
        </p:nvSpPr>
        <p:spPr>
          <a:xfrm xmlns:a="http://schemas.openxmlformats.org/drawingml/2006/main">
            <a:off x="4819650" y="4427220"/>
            <a:ext cx="23622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paused</a:t>
            </a:r>
          </a:p>
        </p:txBody>
      </p:sp>
      <p:sp>
        <p:nvSpPr>
          <p:cNvPr id="39" name="done">
            <a:extLst xmlns:a="http://schemas.openxmlformats.org/drawingml/2006/main">
              <a:ext uri="{FF2B5EF4-FFF2-40B4-BE49-F238E27FC236}">
                <a16:creationId xmlns:a16="http://schemas.microsoft.com/office/drawing/2014/main" id="{62175319-9480-45AC-8A76-B96074A8AF12}"/>
              </a:ext>
            </a:extLst>
          </p:cNvPr>
          <p:cNvSpPr>
            <a:spLocks xmlns:a="http://schemas.openxmlformats.org/drawingml/2006/main" noGrp="1"/>
          </p:cNvSpPr>
          <p:nvPr/>
        </p:nvSpPr>
        <p:spPr>
          <a:xfrm xmlns:a="http://schemas.openxmlformats.org/drawingml/2006/main">
            <a:off x="8515350" y="4389120"/>
            <a:ext cx="2514600" cy="573405"/>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40" name="done-label">
            <a:extLst xmlns:a="http://schemas.openxmlformats.org/drawingml/2006/main">
              <a:ext uri="{FF2B5EF4-FFF2-40B4-BE49-F238E27FC236}">
                <a16:creationId xmlns:a16="http://schemas.microsoft.com/office/drawing/2014/main" id="{0E02DBD8-21BB-4DFA-900F-FC3CFFC98774}"/>
              </a:ext>
            </a:extLst>
          </p:cNvPr>
          <p:cNvSpPr>
            <a:spLocks xmlns:a="http://schemas.openxmlformats.org/drawingml/2006/main" noGrp="1"/>
          </p:cNvSpPr>
          <p:nvPr/>
        </p:nvSpPr>
        <p:spPr>
          <a:xfrm xmlns:a="http://schemas.openxmlformats.org/drawingml/2006/main">
            <a:off x="8591550" y="4427220"/>
            <a:ext cx="23622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completed / cancelled</a:t>
            </a:r>
          </a:p>
        </p:txBody>
      </p:sp>
      <p:sp>
        <p:nvSpPr>
          <p:cNvPr id="41" name="diagram-caption">
            <a:extLst xmlns:a="http://schemas.openxmlformats.org/drawingml/2006/main">
              <a:ext uri="{FF2B5EF4-FFF2-40B4-BE49-F238E27FC236}">
                <a16:creationId xmlns:a16="http://schemas.microsoft.com/office/drawing/2014/main" id="{53D15B76-7D2D-4DA4-A4B1-EDEB411DCFDF}"/>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Editing a paused route loads a new ready plan. Start begins at point one; Resume continues the paused route.</a:t>
            </a:r>
          </a:p>
        </p:txBody>
      </p:sp>
    </p:spTree>
    <p:extLst>
      <p:ext uri="{BB962C8B-B14F-4D97-AF65-F5344CB8AC3E}">
        <p14:creationId xmlns:p14="http://schemas.microsoft.com/office/powerpoint/2010/main" val="36951629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8788F5B4-C596-4746-ABBE-4448F06D6CA9}"/>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29</a:t>
            </a:r>
          </a:p>
        </p:txBody>
      </p:sp>
      <p:sp>
        <p:nvSpPr>
          <p:cNvPr id="3" name="title">
            <a:extLst xmlns:a="http://schemas.openxmlformats.org/drawingml/2006/main">
              <a:ext uri="{FF2B5EF4-FFF2-40B4-BE49-F238E27FC236}">
                <a16:creationId xmlns:a16="http://schemas.microsoft.com/office/drawing/2014/main" id="{C9C71071-C4BE-4E74-A604-5C30C52F9A24}"/>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Incident storage and data model</a:t>
            </a:r>
          </a:p>
        </p:txBody>
      </p:sp>
      <p:sp>
        <p:nvSpPr>
          <p:cNvPr id="4" name="summary">
            <a:extLst xmlns:a="http://schemas.openxmlformats.org/drawingml/2006/main">
              <a:ext uri="{FF2B5EF4-FFF2-40B4-BE49-F238E27FC236}">
                <a16:creationId xmlns:a16="http://schemas.microsoft.com/office/drawing/2014/main" id="{DA20BF35-64F9-45E6-AF81-2E2D4E106A28}"/>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Evidence is stored locally with explicit provenance</a:t>
            </a:r>
          </a:p>
        </p:txBody>
      </p:sp>
      <p:sp>
        <p:nvSpPr>
          <p:cNvPr id="5" name="footer">
            <a:extLst xmlns:a="http://schemas.openxmlformats.org/drawingml/2006/main">
              <a:ext uri="{FF2B5EF4-FFF2-40B4-BE49-F238E27FC236}">
                <a16:creationId xmlns:a16="http://schemas.microsoft.com/office/drawing/2014/main" id="{8E843DBC-97DD-40A6-ACCE-7726D881137A}"/>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8722403F-1D1A-4B80-B03D-E76BE684A595}"/>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30 / 38</a:t>
            </a:r>
          </a:p>
        </p:txBody>
      </p:sp>
      <p:sp>
        <p:nvSpPr>
          <p:cNvPr id="7" name="relationship">
            <a:extLst xmlns:a="http://schemas.openxmlformats.org/drawingml/2006/main">
              <a:ext uri="{FF2B5EF4-FFF2-40B4-BE49-F238E27FC236}">
                <a16:creationId xmlns:a16="http://schemas.microsoft.com/office/drawing/2014/main" id="{53944B72-05EA-4A65-A743-B6F5B4494B5E}"/>
              </a:ext>
            </a:extLst>
          </p:cNvPr>
          <p:cNvSpPr>
            <a:spLocks xmlns:a="http://schemas.openxmlformats.org/drawingml/2006/main" noGrp="1"/>
          </p:cNvSpPr>
          <p:nvPr/>
        </p:nvSpPr>
        <p:spPr>
          <a:xfrm xmlns:a="http://schemas.openxmlformats.org/drawingml/2006/main">
            <a:off x="3276600" y="2832735"/>
            <a:ext cx="9525" cy="1515428"/>
          </a:xfrm>
          <a:custGeom xmlns:a="http://schemas.openxmlformats.org/drawingml/2006/main">
            <a:pathLst>
              <a:path w="9525" h="1515428">
                <a:moveTo>
                  <a:pt x="0" y="0"/>
                </a:moveTo>
                <a:lnTo>
                  <a:pt x="0" y="1515428"/>
                </a:lnTo>
              </a:path>
            </a:pathLst>
          </a:custGeom>
          <a:noFill xmlns:a="http://schemas.openxmlformats.org/drawingml/2006/main"/>
          <a:ln xmlns:a="http://schemas.openxmlformats.org/drawingml/2006/main" w="19050">
            <a:solidFill>
              <a:srgbClr val="087E8B"/>
            </a:solidFill>
            <a:prstDash val="solid"/>
          </a:ln>
        </p:spPr>
      </p:sp>
      <p:sp>
        <p:nvSpPr>
          <p:cNvPr id="8" name="arrow-head">
            <a:extLst xmlns:a="http://schemas.openxmlformats.org/drawingml/2006/main">
              <a:ext uri="{FF2B5EF4-FFF2-40B4-BE49-F238E27FC236}">
                <a16:creationId xmlns:a16="http://schemas.microsoft.com/office/drawing/2014/main" id="{66A2B0AF-F278-47E1-9918-D12FB0A4573B}"/>
              </a:ext>
            </a:extLst>
          </p:cNvPr>
          <p:cNvSpPr>
            <a:spLocks xmlns:a="http://schemas.openxmlformats.org/drawingml/2006/main" noGrp="1"/>
          </p:cNvSpPr>
          <p:nvPr/>
        </p:nvSpPr>
        <p:spPr>
          <a:xfrm xmlns:a="http://schemas.openxmlformats.org/drawingml/2006/main">
            <a:off x="3235170" y="4262395"/>
            <a:ext cx="41430" cy="85768"/>
          </a:xfrm>
          <a:custGeom xmlns:a="http://schemas.openxmlformats.org/drawingml/2006/main">
            <a:pathLst>
              <a:path w="41430" h="85768">
                <a:moveTo>
                  <a:pt x="41430" y="85768"/>
                </a:moveTo>
                <a:lnTo>
                  <a:pt x="0" y="0"/>
                </a:lnTo>
              </a:path>
            </a:pathLst>
          </a:custGeom>
          <a:noFill xmlns:a="http://schemas.openxmlformats.org/drawingml/2006/main"/>
          <a:ln xmlns:a="http://schemas.openxmlformats.org/drawingml/2006/main" w="19050">
            <a:solidFill>
              <a:srgbClr val="087E8B"/>
            </a:solidFill>
            <a:prstDash val="solid"/>
          </a:ln>
        </p:spPr>
      </p:sp>
      <p:sp>
        <p:nvSpPr>
          <p:cNvPr id="9" name="arrow-head">
            <a:extLst xmlns:a="http://schemas.openxmlformats.org/drawingml/2006/main">
              <a:ext uri="{FF2B5EF4-FFF2-40B4-BE49-F238E27FC236}">
                <a16:creationId xmlns:a16="http://schemas.microsoft.com/office/drawing/2014/main" id="{8BA9018F-31CE-497A-B3EC-EF52B131BC5F}"/>
              </a:ext>
            </a:extLst>
          </p:cNvPr>
          <p:cNvSpPr>
            <a:spLocks xmlns:a="http://schemas.openxmlformats.org/drawingml/2006/main" noGrp="1"/>
          </p:cNvSpPr>
          <p:nvPr/>
        </p:nvSpPr>
        <p:spPr>
          <a:xfrm xmlns:a="http://schemas.openxmlformats.org/drawingml/2006/main">
            <a:off x="3276600" y="4262395"/>
            <a:ext cx="41430" cy="85768"/>
          </a:xfrm>
          <a:custGeom xmlns:a="http://schemas.openxmlformats.org/drawingml/2006/main">
            <a:pathLst>
              <a:path w="41430" h="85768">
                <a:moveTo>
                  <a:pt x="0" y="85768"/>
                </a:moveTo>
                <a:lnTo>
                  <a:pt x="41430" y="0"/>
                </a:lnTo>
              </a:path>
            </a:pathLst>
          </a:custGeom>
          <a:noFill xmlns:a="http://schemas.openxmlformats.org/drawingml/2006/main"/>
          <a:ln xmlns:a="http://schemas.openxmlformats.org/drawingml/2006/main" w="19050">
            <a:solidFill>
              <a:srgbClr val="087E8B"/>
            </a:solidFill>
            <a:prstDash val="solid"/>
          </a:ln>
        </p:spPr>
      </p:sp>
      <p:sp>
        <p:nvSpPr>
          <p:cNvPr id="10" name="relationship-label">
            <a:extLst xmlns:a="http://schemas.openxmlformats.org/drawingml/2006/main">
              <a:ext uri="{FF2B5EF4-FFF2-40B4-BE49-F238E27FC236}">
                <a16:creationId xmlns:a16="http://schemas.microsoft.com/office/drawing/2014/main" id="{991BBE61-C61C-4C02-9110-33ED2C8C7535}"/>
              </a:ext>
            </a:extLst>
          </p:cNvPr>
          <p:cNvSpPr>
            <a:spLocks xmlns:a="http://schemas.openxmlformats.org/drawingml/2006/main" noGrp="1"/>
          </p:cNvSpPr>
          <p:nvPr/>
        </p:nvSpPr>
        <p:spPr>
          <a:xfrm xmlns:a="http://schemas.openxmlformats.org/drawingml/2006/main">
            <a:off x="2457450" y="3304699"/>
            <a:ext cx="163830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kind = incident</a:t>
            </a:r>
          </a:p>
        </p:txBody>
      </p:sp>
      <p:sp>
        <p:nvSpPr>
          <p:cNvPr id="11" name="relationship">
            <a:extLst xmlns:a="http://schemas.openxmlformats.org/drawingml/2006/main">
              <a:ext uri="{FF2B5EF4-FFF2-40B4-BE49-F238E27FC236}">
                <a16:creationId xmlns:a16="http://schemas.microsoft.com/office/drawing/2014/main" id="{59AC2826-0D1D-4B62-8388-B3E5978B33A5}"/>
              </a:ext>
            </a:extLst>
          </p:cNvPr>
          <p:cNvSpPr>
            <a:spLocks xmlns:a="http://schemas.openxmlformats.org/drawingml/2006/main" noGrp="1"/>
          </p:cNvSpPr>
          <p:nvPr/>
        </p:nvSpPr>
        <p:spPr>
          <a:xfrm xmlns:a="http://schemas.openxmlformats.org/drawingml/2006/main">
            <a:off x="5581650" y="4737259"/>
            <a:ext cx="838200" cy="9525"/>
          </a:xfrm>
          <a:custGeom xmlns:a="http://schemas.openxmlformats.org/drawingml/2006/main">
            <a:pathLst>
              <a:path w="838200" h="9525">
                <a:moveTo>
                  <a:pt x="0" y="0"/>
                </a:moveTo>
                <a:lnTo>
                  <a:pt x="838200" y="0"/>
                </a:lnTo>
              </a:path>
            </a:pathLst>
          </a:custGeom>
          <a:noFill xmlns:a="http://schemas.openxmlformats.org/drawingml/2006/main"/>
          <a:ln xmlns:a="http://schemas.openxmlformats.org/drawingml/2006/main" w="19050">
            <a:solidFill>
              <a:srgbClr val="087E8B"/>
            </a:solidFill>
            <a:prstDash val="solid"/>
          </a:ln>
        </p:spPr>
      </p:sp>
      <p:sp>
        <p:nvSpPr>
          <p:cNvPr id="12" name="arrow-head">
            <a:extLst xmlns:a="http://schemas.openxmlformats.org/drawingml/2006/main">
              <a:ext uri="{FF2B5EF4-FFF2-40B4-BE49-F238E27FC236}">
                <a16:creationId xmlns:a16="http://schemas.microsoft.com/office/drawing/2014/main" id="{356FC327-5ADD-499F-A855-924EC08E077B}"/>
              </a:ext>
            </a:extLst>
          </p:cNvPr>
          <p:cNvSpPr>
            <a:spLocks xmlns:a="http://schemas.openxmlformats.org/drawingml/2006/main" noGrp="1"/>
          </p:cNvSpPr>
          <p:nvPr/>
        </p:nvSpPr>
        <p:spPr>
          <a:xfrm xmlns:a="http://schemas.openxmlformats.org/drawingml/2006/main">
            <a:off x="6334082" y="4737259"/>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19050">
            <a:solidFill>
              <a:srgbClr val="087E8B"/>
            </a:solidFill>
            <a:prstDash val="solid"/>
          </a:ln>
        </p:spPr>
      </p:sp>
      <p:sp>
        <p:nvSpPr>
          <p:cNvPr id="13" name="arrow-head">
            <a:extLst xmlns:a="http://schemas.openxmlformats.org/drawingml/2006/main">
              <a:ext uri="{FF2B5EF4-FFF2-40B4-BE49-F238E27FC236}">
                <a16:creationId xmlns:a16="http://schemas.microsoft.com/office/drawing/2014/main" id="{D844E9C8-BA28-425A-A206-F201F92C7F10}"/>
              </a:ext>
            </a:extLst>
          </p:cNvPr>
          <p:cNvSpPr>
            <a:spLocks xmlns:a="http://schemas.openxmlformats.org/drawingml/2006/main" noGrp="1"/>
          </p:cNvSpPr>
          <p:nvPr/>
        </p:nvSpPr>
        <p:spPr>
          <a:xfrm xmlns:a="http://schemas.openxmlformats.org/drawingml/2006/main">
            <a:off x="6334082" y="4695828"/>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19050">
            <a:solidFill>
              <a:srgbClr val="087E8B"/>
            </a:solidFill>
            <a:prstDash val="solid"/>
          </a:ln>
        </p:spPr>
      </p:sp>
      <p:sp>
        <p:nvSpPr>
          <p:cNvPr id="14" name="relationship-label">
            <a:extLst xmlns:a="http://schemas.openxmlformats.org/drawingml/2006/main">
              <a:ext uri="{FF2B5EF4-FFF2-40B4-BE49-F238E27FC236}">
                <a16:creationId xmlns:a16="http://schemas.microsoft.com/office/drawing/2014/main" id="{827F56EB-EC0E-42D4-B0AC-943F14FA971D}"/>
              </a:ext>
            </a:extLst>
          </p:cNvPr>
          <p:cNvSpPr>
            <a:spLocks xmlns:a="http://schemas.openxmlformats.org/drawingml/2006/main" noGrp="1"/>
          </p:cNvSpPr>
          <p:nvPr/>
        </p:nvSpPr>
        <p:spPr>
          <a:xfrm xmlns:a="http://schemas.openxmlformats.org/drawingml/2006/main">
            <a:off x="5638800" y="4184809"/>
            <a:ext cx="72390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snapshot filename</a:t>
            </a:r>
          </a:p>
        </p:txBody>
      </p:sp>
      <p:sp>
        <p:nvSpPr>
          <p:cNvPr id="15" name="relationship">
            <a:extLst xmlns:a="http://schemas.openxmlformats.org/drawingml/2006/main">
              <a:ext uri="{FF2B5EF4-FFF2-40B4-BE49-F238E27FC236}">
                <a16:creationId xmlns:a16="http://schemas.microsoft.com/office/drawing/2014/main" id="{937ADD1E-2B5C-48F5-88B7-3ED692C278D9}"/>
              </a:ext>
            </a:extLst>
          </p:cNvPr>
          <p:cNvSpPr>
            <a:spLocks xmlns:a="http://schemas.openxmlformats.org/drawingml/2006/main" noGrp="1"/>
          </p:cNvSpPr>
          <p:nvPr/>
        </p:nvSpPr>
        <p:spPr>
          <a:xfrm xmlns:a="http://schemas.openxmlformats.org/drawingml/2006/main">
            <a:off x="5581650" y="2443639"/>
            <a:ext cx="838200" cy="9525"/>
          </a:xfrm>
          <a:custGeom xmlns:a="http://schemas.openxmlformats.org/drawingml/2006/main">
            <a:pathLst>
              <a:path w="838200" h="9525">
                <a:moveTo>
                  <a:pt x="838200" y="0"/>
                </a:moveTo>
                <a:lnTo>
                  <a:pt x="0" y="0"/>
                </a:lnTo>
              </a:path>
            </a:pathLst>
          </a:custGeom>
          <a:noFill xmlns:a="http://schemas.openxmlformats.org/drawingml/2006/main"/>
          <a:ln xmlns:a="http://schemas.openxmlformats.org/drawingml/2006/main" w="19050">
            <a:solidFill>
              <a:srgbClr val="087E8B"/>
            </a:solidFill>
            <a:prstDash val="dash"/>
          </a:ln>
        </p:spPr>
      </p:sp>
      <p:sp>
        <p:nvSpPr>
          <p:cNvPr id="16" name="arrow-head">
            <a:extLst xmlns:a="http://schemas.openxmlformats.org/drawingml/2006/main">
              <a:ext uri="{FF2B5EF4-FFF2-40B4-BE49-F238E27FC236}">
                <a16:creationId xmlns:a16="http://schemas.microsoft.com/office/drawing/2014/main" id="{477D72B5-6FD7-49D7-A9C1-EFA5FE07D5CF}"/>
              </a:ext>
            </a:extLst>
          </p:cNvPr>
          <p:cNvSpPr>
            <a:spLocks xmlns:a="http://schemas.openxmlformats.org/drawingml/2006/main" noGrp="1"/>
          </p:cNvSpPr>
          <p:nvPr/>
        </p:nvSpPr>
        <p:spPr>
          <a:xfrm xmlns:a="http://schemas.openxmlformats.org/drawingml/2006/main">
            <a:off x="5581650" y="2402208"/>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19050">
            <a:solidFill>
              <a:srgbClr val="087E8B"/>
            </a:solidFill>
            <a:prstDash val="solid"/>
          </a:ln>
        </p:spPr>
      </p:sp>
      <p:sp>
        <p:nvSpPr>
          <p:cNvPr id="17" name="arrow-head">
            <a:extLst xmlns:a="http://schemas.openxmlformats.org/drawingml/2006/main">
              <a:ext uri="{FF2B5EF4-FFF2-40B4-BE49-F238E27FC236}">
                <a16:creationId xmlns:a16="http://schemas.microsoft.com/office/drawing/2014/main" id="{1B22EEC7-BE4D-4987-A8C3-59C7DEDB78BB}"/>
              </a:ext>
            </a:extLst>
          </p:cNvPr>
          <p:cNvSpPr>
            <a:spLocks xmlns:a="http://schemas.openxmlformats.org/drawingml/2006/main" noGrp="1"/>
          </p:cNvSpPr>
          <p:nvPr/>
        </p:nvSpPr>
        <p:spPr>
          <a:xfrm xmlns:a="http://schemas.openxmlformats.org/drawingml/2006/main">
            <a:off x="5581650" y="2443639"/>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19050">
            <a:solidFill>
              <a:srgbClr val="087E8B"/>
            </a:solidFill>
            <a:prstDash val="solid"/>
          </a:ln>
        </p:spPr>
      </p:sp>
      <p:sp>
        <p:nvSpPr>
          <p:cNvPr id="18" name="relationship-label">
            <a:extLst xmlns:a="http://schemas.openxmlformats.org/drawingml/2006/main">
              <a:ext uri="{FF2B5EF4-FFF2-40B4-BE49-F238E27FC236}">
                <a16:creationId xmlns:a16="http://schemas.microsoft.com/office/drawing/2014/main" id="{0B3B524E-B5B4-4400-A47F-930EB3A458E3}"/>
              </a:ext>
            </a:extLst>
          </p:cNvPr>
          <p:cNvSpPr>
            <a:spLocks xmlns:a="http://schemas.openxmlformats.org/drawingml/2006/main" noGrp="1"/>
          </p:cNvSpPr>
          <p:nvPr/>
        </p:nvSpPr>
        <p:spPr>
          <a:xfrm xmlns:a="http://schemas.openxmlformats.org/drawingml/2006/main">
            <a:off x="5638800" y="1891189"/>
            <a:ext cx="723900" cy="5334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4C6073"/>
                </a:solidFill>
                <a:latin typeface="Arial"/>
                <a:ea typeface="Arial"/>
                <a:cs typeface="Arial"/>
              </a:defRPr>
            </a:defPPr>
            <a:lvl1pPr algn="ctr">
              <a:defRPr sz="1275" b="0">
                <a:solidFill>
                  <a:srgbClr val="4C6073"/>
                </a:solidFill>
                <a:latin typeface="Arial"/>
                <a:ea typeface="Arial"/>
                <a:cs typeface="Arial"/>
              </a:defRPr>
            </a:lvl1pPr>
            <a:lvl2pPr algn="ctr">
              <a:defRPr sz="1275" b="0">
                <a:solidFill>
                  <a:srgbClr val="4C6073"/>
                </a:solidFill>
                <a:latin typeface="Arial"/>
                <a:ea typeface="Arial"/>
                <a:cs typeface="Arial"/>
              </a:defRPr>
            </a:lvl2pPr>
            <a:lvl3pPr algn="ctr">
              <a:defRPr sz="1275" b="0">
                <a:solidFill>
                  <a:srgbClr val="4C6073"/>
                </a:solidFill>
                <a:latin typeface="Arial"/>
                <a:ea typeface="Arial"/>
                <a:cs typeface="Arial"/>
              </a:defRPr>
            </a:lvl3pPr>
            <a:lvl4pPr algn="ctr">
              <a:defRPr sz="1275" b="0">
                <a:solidFill>
                  <a:srgbClr val="4C6073"/>
                </a:solidFill>
                <a:latin typeface="Arial"/>
                <a:ea typeface="Arial"/>
                <a:cs typeface="Arial"/>
              </a:defRPr>
            </a:lvl4pPr>
            <a:lvl5pPr algn="ctr">
              <a:defRPr sz="1275" b="0">
                <a:solidFill>
                  <a:srgbClr val="4C6073"/>
                </a:solidFill>
                <a:latin typeface="Arial"/>
                <a:ea typeface="Arial"/>
                <a:cs typeface="Arial"/>
              </a:defRPr>
            </a:lvl5pPr>
            <a:lvl6pPr algn="ctr">
              <a:defRPr sz="1275" b="0">
                <a:solidFill>
                  <a:srgbClr val="4C6073"/>
                </a:solidFill>
                <a:latin typeface="Arial"/>
                <a:ea typeface="Arial"/>
                <a:cs typeface="Arial"/>
              </a:defRPr>
            </a:lvl6pPr>
            <a:lvl7pPr algn="ctr">
              <a:defRPr sz="1275" b="0">
                <a:solidFill>
                  <a:srgbClr val="4C6073"/>
                </a:solidFill>
                <a:latin typeface="Arial"/>
                <a:ea typeface="Arial"/>
                <a:cs typeface="Arial"/>
              </a:defRPr>
            </a:lvl7pPr>
            <a:lvl8pPr algn="ctr">
              <a:defRPr sz="1275" b="0">
                <a:solidFill>
                  <a:srgbClr val="4C6073"/>
                </a:solidFill>
                <a:latin typeface="Arial"/>
                <a:ea typeface="Arial"/>
                <a:cs typeface="Arial"/>
              </a:defRPr>
            </a:lvl8pPr>
            <a:lvl9pPr algn="ctr">
              <a:defRPr sz="1275" b="0">
                <a:solidFill>
                  <a:srgbClr val="4C6073"/>
                </a:solidFill>
                <a:latin typeface="Arial"/>
                <a:ea typeface="Arial"/>
                <a:cs typeface="Arial"/>
              </a:defRPr>
            </a:lvl9pPr>
          </a:lstStyle>
          <a:p xmlns:a="http://schemas.openxmlformats.org/drawingml/2006/main">
            <a:pPr algn="ctr">
              <a:defRPr sz="1275" b="0">
                <a:solidFill>
                  <a:srgbClr val="4C6073"/>
                </a:solidFill>
                <a:latin typeface="Arial"/>
                <a:ea typeface="Arial"/>
                <a:cs typeface="Arial"/>
              </a:defRPr>
            </a:pPr>
            <a:r>
              <a:rPr sz="1275" b="0">
                <a:solidFill>
                  <a:srgbClr val="4C6073"/>
                </a:solidFill>
                <a:latin typeface="Arial"/>
                <a:ea typeface="Arial"/>
                <a:cs typeface="Arial"/>
              </a:rPr>
              <a:t>execution events</a:t>
            </a:r>
          </a:p>
        </p:txBody>
      </p:sp>
      <p:sp>
        <p:nvSpPr>
          <p:cNvPr id="19" name="events">
            <a:extLst xmlns:a="http://schemas.openxmlformats.org/drawingml/2006/main">
              <a:ext uri="{FF2B5EF4-FFF2-40B4-BE49-F238E27FC236}">
                <a16:creationId xmlns:a16="http://schemas.microsoft.com/office/drawing/2014/main" id="{280D026C-8742-49DD-8FE1-B0583B39DDED}"/>
              </a:ext>
            </a:extLst>
          </p:cNvPr>
          <p:cNvSpPr>
            <a:spLocks xmlns:a="http://schemas.openxmlformats.org/drawingml/2006/main" noGrp="1"/>
          </p:cNvSpPr>
          <p:nvPr/>
        </p:nvSpPr>
        <p:spPr>
          <a:xfrm xmlns:a="http://schemas.openxmlformats.org/drawingml/2006/main">
            <a:off x="971550" y="2054543"/>
            <a:ext cx="4610100"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0" name="events-label">
            <a:extLst xmlns:a="http://schemas.openxmlformats.org/drawingml/2006/main">
              <a:ext uri="{FF2B5EF4-FFF2-40B4-BE49-F238E27FC236}">
                <a16:creationId xmlns:a16="http://schemas.microsoft.com/office/drawing/2014/main" id="{AA4E5ED6-D8B2-4F5B-BD87-AD6A30BAFCCE}"/>
              </a:ext>
            </a:extLst>
          </p:cNvPr>
          <p:cNvSpPr>
            <a:spLocks xmlns:a="http://schemas.openxmlformats.org/drawingml/2006/main" noGrp="1"/>
          </p:cNvSpPr>
          <p:nvPr/>
        </p:nvSpPr>
        <p:spPr>
          <a:xfrm xmlns:a="http://schemas.openxmlformats.org/drawingml/2006/main">
            <a:off x="1047750" y="2092643"/>
            <a:ext cx="4457700"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events table</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id / UTC time / kind / JSON</a:t>
            </a:r>
          </a:p>
        </p:txBody>
      </p:sp>
      <p:sp>
        <p:nvSpPr>
          <p:cNvPr id="21" name="missions">
            <a:extLst xmlns:a="http://schemas.openxmlformats.org/drawingml/2006/main">
              <a:ext uri="{FF2B5EF4-FFF2-40B4-BE49-F238E27FC236}">
                <a16:creationId xmlns:a16="http://schemas.microsoft.com/office/drawing/2014/main" id="{C5BC6032-1863-49E8-BAE4-8CAC6D955168}"/>
              </a:ext>
            </a:extLst>
          </p:cNvPr>
          <p:cNvSpPr>
            <a:spLocks xmlns:a="http://schemas.openxmlformats.org/drawingml/2006/main" noGrp="1"/>
          </p:cNvSpPr>
          <p:nvPr/>
        </p:nvSpPr>
        <p:spPr>
          <a:xfrm xmlns:a="http://schemas.openxmlformats.org/drawingml/2006/main">
            <a:off x="6419850" y="2054543"/>
            <a:ext cx="4610100"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2" name="missions-label">
            <a:extLst xmlns:a="http://schemas.openxmlformats.org/drawingml/2006/main">
              <a:ext uri="{FF2B5EF4-FFF2-40B4-BE49-F238E27FC236}">
                <a16:creationId xmlns:a16="http://schemas.microsoft.com/office/drawing/2014/main" id="{D0D452FF-86E3-4A37-8AA8-6B98BDBBC243}"/>
              </a:ext>
            </a:extLst>
          </p:cNvPr>
          <p:cNvSpPr>
            <a:spLocks xmlns:a="http://schemas.openxmlformats.org/drawingml/2006/main" noGrp="1"/>
          </p:cNvSpPr>
          <p:nvPr/>
        </p:nvSpPr>
        <p:spPr>
          <a:xfrm xmlns:a="http://schemas.openxmlformats.org/drawingml/2006/main">
            <a:off x="6496050" y="2092643"/>
            <a:ext cx="4457700"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missions table</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id / name / plan JSON</a:t>
            </a:r>
          </a:p>
        </p:txBody>
      </p:sp>
      <p:sp>
        <p:nvSpPr>
          <p:cNvPr id="23" name="incident">
            <a:extLst xmlns:a="http://schemas.openxmlformats.org/drawingml/2006/main">
              <a:ext uri="{FF2B5EF4-FFF2-40B4-BE49-F238E27FC236}">
                <a16:creationId xmlns:a16="http://schemas.microsoft.com/office/drawing/2014/main" id="{90EC7E13-DFB1-42E1-A15D-7840CD2D5FB0}"/>
              </a:ext>
            </a:extLst>
          </p:cNvPr>
          <p:cNvSpPr>
            <a:spLocks xmlns:a="http://schemas.openxmlformats.org/drawingml/2006/main" noGrp="1"/>
          </p:cNvSpPr>
          <p:nvPr/>
        </p:nvSpPr>
        <p:spPr>
          <a:xfrm xmlns:a="http://schemas.openxmlformats.org/drawingml/2006/main">
            <a:off x="971550" y="4348163"/>
            <a:ext cx="4610100"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4" name="incident-label">
            <a:extLst xmlns:a="http://schemas.openxmlformats.org/drawingml/2006/main">
              <a:ext uri="{FF2B5EF4-FFF2-40B4-BE49-F238E27FC236}">
                <a16:creationId xmlns:a16="http://schemas.microsoft.com/office/drawing/2014/main" id="{5FC2F8D5-7659-4A84-9617-ED423622C529}"/>
              </a:ext>
            </a:extLst>
          </p:cNvPr>
          <p:cNvSpPr>
            <a:spLocks xmlns:a="http://schemas.openxmlformats.org/drawingml/2006/main" noGrp="1"/>
          </p:cNvSpPr>
          <p:nvPr/>
        </p:nvSpPr>
        <p:spPr>
          <a:xfrm xmlns:a="http://schemas.openxmlformats.org/drawingml/2006/main">
            <a:off x="1047750" y="4386263"/>
            <a:ext cx="4457700"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incident event payload</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note / aircraft position / filename</a:t>
            </a:r>
          </a:p>
        </p:txBody>
      </p:sp>
      <p:sp>
        <p:nvSpPr>
          <p:cNvPr id="25" name="files">
            <a:extLst xmlns:a="http://schemas.openxmlformats.org/drawingml/2006/main">
              <a:ext uri="{FF2B5EF4-FFF2-40B4-BE49-F238E27FC236}">
                <a16:creationId xmlns:a16="http://schemas.microsoft.com/office/drawing/2014/main" id="{CB52CA22-3038-4C51-A349-6944E0DFAFB7}"/>
              </a:ext>
            </a:extLst>
          </p:cNvPr>
          <p:cNvSpPr>
            <a:spLocks xmlns:a="http://schemas.openxmlformats.org/drawingml/2006/main" noGrp="1"/>
          </p:cNvSpPr>
          <p:nvPr/>
        </p:nvSpPr>
        <p:spPr>
          <a:xfrm xmlns:a="http://schemas.openxmlformats.org/drawingml/2006/main">
            <a:off x="6419850" y="4348163"/>
            <a:ext cx="4610100" cy="778193"/>
          </a:xfrm>
          <a:prstGeom xmlns:a="http://schemas.openxmlformats.org/drawingml/2006/main" prst="rect">
            <a:avLst/>
          </a:prstGeom>
          <a:solidFill xmlns:a="http://schemas.openxmlformats.org/drawingml/2006/main">
            <a:srgbClr val="EDF5F7"/>
          </a:solidFill>
          <a:ln xmlns:a="http://schemas.openxmlformats.org/drawingml/2006/main" w="14288">
            <a:solidFill>
              <a:srgbClr val="132C46"/>
            </a:solidFill>
          </a:ln>
        </p:spPr>
      </p:sp>
      <p:sp>
        <p:nvSpPr>
          <p:cNvPr id="26" name="files-label">
            <a:extLst xmlns:a="http://schemas.openxmlformats.org/drawingml/2006/main">
              <a:ext uri="{FF2B5EF4-FFF2-40B4-BE49-F238E27FC236}">
                <a16:creationId xmlns:a16="http://schemas.microsoft.com/office/drawing/2014/main" id="{19D0E737-1518-4C4A-9545-9FC5B4A8E93D}"/>
              </a:ext>
            </a:extLst>
          </p:cNvPr>
          <p:cNvSpPr>
            <a:spLocks xmlns:a="http://schemas.openxmlformats.org/drawingml/2006/main" noGrp="1"/>
          </p:cNvSpPr>
          <p:nvPr/>
        </p:nvSpPr>
        <p:spPr>
          <a:xfrm xmlns:a="http://schemas.openxmlformats.org/drawingml/2006/main">
            <a:off x="6496050" y="4386263"/>
            <a:ext cx="4457700" cy="701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32C46"/>
                </a:solidFill>
                <a:latin typeface="Arial"/>
                <a:ea typeface="Arial"/>
                <a:cs typeface="Arial"/>
              </a:defRPr>
            </a:defPPr>
            <a:lvl1pPr algn="ctr">
              <a:defRPr sz="1575" b="0">
                <a:solidFill>
                  <a:srgbClr val="132C46"/>
                </a:solidFill>
                <a:latin typeface="Arial"/>
                <a:ea typeface="Arial"/>
                <a:cs typeface="Arial"/>
              </a:defRPr>
            </a:lvl1pPr>
            <a:lvl2pPr algn="ctr">
              <a:defRPr sz="1575" b="0">
                <a:solidFill>
                  <a:srgbClr val="132C46"/>
                </a:solidFill>
                <a:latin typeface="Arial"/>
                <a:ea typeface="Arial"/>
                <a:cs typeface="Arial"/>
              </a:defRPr>
            </a:lvl2pPr>
            <a:lvl3pPr algn="ctr">
              <a:defRPr sz="1575" b="0">
                <a:solidFill>
                  <a:srgbClr val="132C46"/>
                </a:solidFill>
                <a:latin typeface="Arial"/>
                <a:ea typeface="Arial"/>
                <a:cs typeface="Arial"/>
              </a:defRPr>
            </a:lvl3pPr>
            <a:lvl4pPr algn="ctr">
              <a:defRPr sz="1575" b="0">
                <a:solidFill>
                  <a:srgbClr val="132C46"/>
                </a:solidFill>
                <a:latin typeface="Arial"/>
                <a:ea typeface="Arial"/>
                <a:cs typeface="Arial"/>
              </a:defRPr>
            </a:lvl4pPr>
            <a:lvl5pPr algn="ctr">
              <a:defRPr sz="1575" b="0">
                <a:solidFill>
                  <a:srgbClr val="132C46"/>
                </a:solidFill>
                <a:latin typeface="Arial"/>
                <a:ea typeface="Arial"/>
                <a:cs typeface="Arial"/>
              </a:defRPr>
            </a:lvl5pPr>
            <a:lvl6pPr algn="ctr">
              <a:defRPr sz="1575" b="0">
                <a:solidFill>
                  <a:srgbClr val="132C46"/>
                </a:solidFill>
                <a:latin typeface="Arial"/>
                <a:ea typeface="Arial"/>
                <a:cs typeface="Arial"/>
              </a:defRPr>
            </a:lvl6pPr>
            <a:lvl7pPr algn="ctr">
              <a:defRPr sz="1575" b="0">
                <a:solidFill>
                  <a:srgbClr val="132C46"/>
                </a:solidFill>
                <a:latin typeface="Arial"/>
                <a:ea typeface="Arial"/>
                <a:cs typeface="Arial"/>
              </a:defRPr>
            </a:lvl7pPr>
            <a:lvl8pPr algn="ctr">
              <a:defRPr sz="1575" b="0">
                <a:solidFill>
                  <a:srgbClr val="132C46"/>
                </a:solidFill>
                <a:latin typeface="Arial"/>
                <a:ea typeface="Arial"/>
                <a:cs typeface="Arial"/>
              </a:defRPr>
            </a:lvl8pPr>
            <a:lvl9pPr algn="ctr">
              <a:defRPr sz="1575" b="0">
                <a:solidFill>
                  <a:srgbClr val="132C46"/>
                </a:solidFill>
                <a:latin typeface="Arial"/>
                <a:ea typeface="Arial"/>
                <a:cs typeface="Arial"/>
              </a:defRPr>
            </a:lvl9pPr>
          </a:lstStyle>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Local files</a:t>
            </a:r>
          </a:p>
          <a:p xmlns:a="http://schemas.openxmlformats.org/drawingml/2006/main">
            <a:pPr algn="ctr">
              <a:defRPr sz="1575" b="0">
                <a:solidFill>
                  <a:srgbClr val="132C46"/>
                </a:solidFill>
                <a:latin typeface="Arial"/>
                <a:ea typeface="Arial"/>
                <a:cs typeface="Arial"/>
              </a:defRPr>
            </a:pPr>
            <a:r>
              <a:rPr sz="1575" b="0">
                <a:solidFill>
                  <a:srgbClr val="132C46"/>
                </a:solidFill>
                <a:latin typeface="Arial"/>
                <a:ea typeface="Arial"/>
                <a:cs typeface="Arial"/>
              </a:rPr>
              <a:t>JPEG / AVI / uploads</a:t>
            </a:r>
          </a:p>
        </p:txBody>
      </p:sp>
      <p:sp>
        <p:nvSpPr>
          <p:cNvPr id="27" name="diagram-caption">
            <a:extLst xmlns:a="http://schemas.openxmlformats.org/drawingml/2006/main">
              <a:ext uri="{FF2B5EF4-FFF2-40B4-BE49-F238E27FC236}">
                <a16:creationId xmlns:a16="http://schemas.microsoft.com/office/drawing/2014/main" id="{610E211B-CD67-45E7-B5A4-38C25075EDD3}"/>
              </a:ext>
            </a:extLst>
          </p:cNvPr>
          <p:cNvSpPr>
            <a:spLocks xmlns:a="http://schemas.openxmlformats.org/drawingml/2006/main" noGrp="1"/>
          </p:cNvSpPr>
          <p:nvPr/>
        </p:nvSpPr>
        <p:spPr>
          <a:xfrm xmlns:a="http://schemas.openxmlformats.org/drawingml/2006/main">
            <a:off x="762000" y="5905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C6073"/>
                </a:solidFill>
                <a:latin typeface="Arial"/>
                <a:ea typeface="Arial"/>
                <a:cs typeface="Arial"/>
              </a:defRPr>
            </a:defPPr>
            <a:lvl1pPr algn="l">
              <a:defRPr sz="1425" b="0">
                <a:solidFill>
                  <a:srgbClr val="4C6073"/>
                </a:solidFill>
                <a:latin typeface="Arial"/>
                <a:ea typeface="Arial"/>
                <a:cs typeface="Arial"/>
              </a:defRPr>
            </a:lvl1pPr>
            <a:lvl2pPr algn="l">
              <a:defRPr sz="1425" b="0">
                <a:solidFill>
                  <a:srgbClr val="4C6073"/>
                </a:solidFill>
                <a:latin typeface="Arial"/>
                <a:ea typeface="Arial"/>
                <a:cs typeface="Arial"/>
              </a:defRPr>
            </a:lvl2pPr>
            <a:lvl3pPr algn="l">
              <a:defRPr sz="1425" b="0">
                <a:solidFill>
                  <a:srgbClr val="4C6073"/>
                </a:solidFill>
                <a:latin typeface="Arial"/>
                <a:ea typeface="Arial"/>
                <a:cs typeface="Arial"/>
              </a:defRPr>
            </a:lvl3pPr>
            <a:lvl4pPr algn="l">
              <a:defRPr sz="1425" b="0">
                <a:solidFill>
                  <a:srgbClr val="4C6073"/>
                </a:solidFill>
                <a:latin typeface="Arial"/>
                <a:ea typeface="Arial"/>
                <a:cs typeface="Arial"/>
              </a:defRPr>
            </a:lvl4pPr>
            <a:lvl5pPr algn="l">
              <a:defRPr sz="1425" b="0">
                <a:solidFill>
                  <a:srgbClr val="4C6073"/>
                </a:solidFill>
                <a:latin typeface="Arial"/>
                <a:ea typeface="Arial"/>
                <a:cs typeface="Arial"/>
              </a:defRPr>
            </a:lvl5pPr>
            <a:lvl6pPr algn="l">
              <a:defRPr sz="1425" b="0">
                <a:solidFill>
                  <a:srgbClr val="4C6073"/>
                </a:solidFill>
                <a:latin typeface="Arial"/>
                <a:ea typeface="Arial"/>
                <a:cs typeface="Arial"/>
              </a:defRPr>
            </a:lvl6pPr>
            <a:lvl7pPr algn="l">
              <a:defRPr sz="1425" b="0">
                <a:solidFill>
                  <a:srgbClr val="4C6073"/>
                </a:solidFill>
                <a:latin typeface="Arial"/>
                <a:ea typeface="Arial"/>
                <a:cs typeface="Arial"/>
              </a:defRPr>
            </a:lvl7pPr>
            <a:lvl8pPr algn="l">
              <a:defRPr sz="1425" b="0">
                <a:solidFill>
                  <a:srgbClr val="4C6073"/>
                </a:solidFill>
                <a:latin typeface="Arial"/>
                <a:ea typeface="Arial"/>
                <a:cs typeface="Arial"/>
              </a:defRPr>
            </a:lvl8pPr>
            <a:lvl9pPr algn="l">
              <a:defRPr sz="1425" b="0">
                <a:solidFill>
                  <a:srgbClr val="4C6073"/>
                </a:solidFill>
                <a:latin typeface="Arial"/>
                <a:ea typeface="Arial"/>
                <a:cs typeface="Arial"/>
              </a:defRPr>
            </a:lvl9pPr>
          </a:lstStyle>
          <a:p xmlns:a="http://schemas.openxmlformats.org/drawingml/2006/main">
            <a:pPr algn="l">
              <a:defRPr sz="1425" b="0">
                <a:solidFill>
                  <a:srgbClr val="4C6073"/>
                </a:solidFill>
                <a:latin typeface="Arial"/>
                <a:ea typeface="Arial"/>
                <a:cs typeface="Arial"/>
              </a:defRPr>
            </a:pPr>
            <a:r>
              <a:rPr sz="1425" b="0">
                <a:solidFill>
                  <a:srgbClr val="4C6073"/>
                </a:solidFill>
                <a:latin typeface="Arial"/>
                <a:ea typeface="Arial"/>
                <a:cs typeface="Arial"/>
              </a:rPr>
              <a:t>Incidents are JSON payloads in events, not a separate incident table. Positions describe the aircraft, not an inferred victim.</a:t>
            </a:r>
          </a:p>
        </p:txBody>
      </p:sp>
    </p:spTree>
    <p:extLst>
      <p:ext uri="{BB962C8B-B14F-4D97-AF65-F5344CB8AC3E}">
        <p14:creationId xmlns:p14="http://schemas.microsoft.com/office/powerpoint/2010/main" val="109719099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725A0733-DE14-495B-BD96-7E34202CB13B}"/>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30</a:t>
            </a:r>
          </a:p>
        </p:txBody>
      </p:sp>
      <p:sp>
        <p:nvSpPr>
          <p:cNvPr id="3" name="title">
            <a:extLst xmlns:a="http://schemas.openxmlformats.org/drawingml/2006/main">
              <a:ext uri="{FF2B5EF4-FFF2-40B4-BE49-F238E27FC236}">
                <a16:creationId xmlns:a16="http://schemas.microsoft.com/office/drawing/2014/main" id="{A9E8C106-2ED5-4934-B72D-E25D7AEF222A}"/>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Safety gates and onboard failsafe layers</a:t>
            </a:r>
          </a:p>
        </p:txBody>
      </p:sp>
      <p:sp>
        <p:nvSpPr>
          <p:cNvPr id="4" name="summary">
            <a:extLst xmlns:a="http://schemas.openxmlformats.org/drawingml/2006/main">
              <a:ext uri="{FF2B5EF4-FFF2-40B4-BE49-F238E27FC236}">
                <a16:creationId xmlns:a16="http://schemas.microsoft.com/office/drawing/2014/main" id="{C78DEC83-F6F3-4C24-8E9A-C84C04178377}"/>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Protective logic belongs both onboard and in the application</a:t>
            </a:r>
          </a:p>
        </p:txBody>
      </p:sp>
      <p:sp>
        <p:nvSpPr>
          <p:cNvPr id="5" name="footer">
            <a:extLst xmlns:a="http://schemas.openxmlformats.org/drawingml/2006/main">
              <a:ext uri="{FF2B5EF4-FFF2-40B4-BE49-F238E27FC236}">
                <a16:creationId xmlns:a16="http://schemas.microsoft.com/office/drawing/2014/main" id="{456B4E23-90DF-46EF-BB34-DBC80D44D8AB}"/>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A1CEFCDE-1AF4-4975-9096-B9A8B194F8E9}"/>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31 / 38</a:t>
            </a:r>
          </a:p>
        </p:txBody>
      </p:sp>
      <p:sp>
        <p:nvSpPr>
          <p:cNvPr id="7" name="point-index">
            <a:extLst xmlns:a="http://schemas.openxmlformats.org/drawingml/2006/main">
              <a:ext uri="{FF2B5EF4-FFF2-40B4-BE49-F238E27FC236}">
                <a16:creationId xmlns:a16="http://schemas.microsoft.com/office/drawing/2014/main" id="{BAFEB663-14AF-46B6-A284-CC6057F7855A}"/>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4CCF3BB5-AE1E-43D1-AA8B-F073F55DB9C4}"/>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Onboard protection: arming checks, radio failsafe, GCS failsafe and battery actions.</a:t>
            </a:r>
          </a:p>
        </p:txBody>
      </p:sp>
      <p:sp>
        <p:nvSpPr>
          <p:cNvPr id="9" name="point-index">
            <a:extLst xmlns:a="http://schemas.openxmlformats.org/drawingml/2006/main">
              <a:ext uri="{FF2B5EF4-FFF2-40B4-BE49-F238E27FC236}">
                <a16:creationId xmlns:a16="http://schemas.microsoft.com/office/drawing/2014/main" id="{B41F3BD8-6D24-4590-B84A-5F2AEC1EDF49}"/>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33572D15-1833-4603-8825-B3A0C5B9A516}"/>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Application protection: message freshness, video age, lease, mode, GPS/EKF and motion bounds.</a:t>
            </a:r>
          </a:p>
        </p:txBody>
      </p:sp>
      <p:sp>
        <p:nvSpPr>
          <p:cNvPr id="11" name="point-index">
            <a:extLst xmlns:a="http://schemas.openxmlformats.org/drawingml/2006/main">
              <a:ext uri="{FF2B5EF4-FFF2-40B4-BE49-F238E27FC236}">
                <a16:creationId xmlns:a16="http://schemas.microsoft.com/office/drawing/2014/main" id="{EA1786E0-7E32-4B57-9B63-271B5A06E660}"/>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9EB541E9-2E99-4A2F-8972-8BE65897210E}"/>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Pilot intervention or a protective event pauses route execution.</a:t>
            </a:r>
          </a:p>
        </p:txBody>
      </p:sp>
      <p:sp>
        <p:nvSpPr>
          <p:cNvPr id="13" name="point-index">
            <a:extLst xmlns:a="http://schemas.openxmlformats.org/drawingml/2006/main">
              <a:ext uri="{FF2B5EF4-FFF2-40B4-BE49-F238E27FC236}">
                <a16:creationId xmlns:a16="http://schemas.microsoft.com/office/drawing/2014/main" id="{E8614CE1-7FB1-423C-979E-BE91B10F5B91}"/>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B9BEAAF4-4C62-4998-9801-B8E341E58E63}"/>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Evaluate link-loss behavior and mode recovery on the actual configured aircraft.</a:t>
            </a:r>
          </a:p>
        </p:txBody>
      </p:sp>
    </p:spTree>
    <p:extLst>
      <p:ext uri="{BB962C8B-B14F-4D97-AF65-F5344CB8AC3E}">
        <p14:creationId xmlns:p14="http://schemas.microsoft.com/office/powerpoint/2010/main" val="4318224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3AA6D501-7B58-4979-8683-ED1516E0F1D4}"/>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31</a:t>
            </a:r>
          </a:p>
        </p:txBody>
      </p:sp>
      <p:sp>
        <p:nvSpPr>
          <p:cNvPr id="3" name="title">
            <a:extLst xmlns:a="http://schemas.openxmlformats.org/drawingml/2006/main">
              <a:ext uri="{FF2B5EF4-FFF2-40B4-BE49-F238E27FC236}">
                <a16:creationId xmlns:a16="http://schemas.microsoft.com/office/drawing/2014/main" id="{AAF65B60-31C2-4EB2-A0C2-FA0E5C8CC18B}"/>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Parameter register and provenance</a:t>
            </a:r>
          </a:p>
        </p:txBody>
      </p:sp>
      <p:sp>
        <p:nvSpPr>
          <p:cNvPr id="4" name="summary">
            <a:extLst xmlns:a="http://schemas.openxmlformats.org/drawingml/2006/main">
              <a:ext uri="{FF2B5EF4-FFF2-40B4-BE49-F238E27FC236}">
                <a16:creationId xmlns:a16="http://schemas.microsoft.com/office/drawing/2014/main" id="{83CD3223-951C-4591-ABCF-747AA38BE151}"/>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Historical changes grouped by purpose; read back before relying on them</a:t>
            </a:r>
          </a:p>
        </p:txBody>
      </p:sp>
      <p:sp>
        <p:nvSpPr>
          <p:cNvPr id="5" name="footer">
            <a:extLst xmlns:a="http://schemas.openxmlformats.org/drawingml/2006/main">
              <a:ext uri="{FF2B5EF4-FFF2-40B4-BE49-F238E27FC236}">
                <a16:creationId xmlns:a16="http://schemas.microsoft.com/office/drawing/2014/main" id="{E8BF1EAE-4259-406B-8F4E-161D2071B924}"/>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E2B4C8D5-6615-4139-B532-8478590B4437}"/>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32 / 38</a:t>
            </a:r>
          </a:p>
        </p:txBody>
      </p:sp>
      <p:sp>
        <p:nvSpPr>
          <p:cNvPr id="7" name="point-index">
            <a:extLst xmlns:a="http://schemas.openxmlformats.org/drawingml/2006/main">
              <a:ext uri="{FF2B5EF4-FFF2-40B4-BE49-F238E27FC236}">
                <a16:creationId xmlns:a16="http://schemas.microsoft.com/office/drawing/2014/main" id="{15E69E25-5CC9-494C-BF12-09F6E2140ED0}"/>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750B91F3-136C-4BE4-B135-CA9F78F647F3}"/>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Historical files document changes; they are not a complete current FC snapshot.</a:t>
            </a:r>
          </a:p>
        </p:txBody>
      </p:sp>
      <p:sp>
        <p:nvSpPr>
          <p:cNvPr id="9" name="point-index">
            <a:extLst xmlns:a="http://schemas.openxmlformats.org/drawingml/2006/main">
              <a:ext uri="{FF2B5EF4-FFF2-40B4-BE49-F238E27FC236}">
                <a16:creationId xmlns:a16="http://schemas.microsoft.com/office/drawing/2014/main" id="{ADCD6C97-6D70-44E5-BE39-A3FA0330EE80}"/>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6C103388-C438-4C6D-B128-9A06383D0068}"/>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Groups cover frame/motors, RC modes, GPS/UARTs, telemetry and onboard protection.</a:t>
            </a:r>
          </a:p>
        </p:txBody>
      </p:sp>
      <p:sp>
        <p:nvSpPr>
          <p:cNvPr id="11" name="point-index">
            <a:extLst xmlns:a="http://schemas.openxmlformats.org/drawingml/2006/main">
              <a:ext uri="{FF2B5EF4-FFF2-40B4-BE49-F238E27FC236}">
                <a16:creationId xmlns:a16="http://schemas.microsoft.com/office/drawing/2014/main" id="{1AEE29F0-ACB2-469C-B65E-12BD8CF58323}"/>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D31D6D3E-648F-4E43-B25C-AE85EB3E8777}"/>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Later motor mapping and tuning corrections differ from the first exported baseline.</a:t>
            </a:r>
          </a:p>
        </p:txBody>
      </p:sp>
      <p:sp>
        <p:nvSpPr>
          <p:cNvPr id="13" name="point-index">
            <a:extLst xmlns:a="http://schemas.openxmlformats.org/drawingml/2006/main">
              <a:ext uri="{FF2B5EF4-FFF2-40B4-BE49-F238E27FC236}">
                <a16:creationId xmlns:a16="http://schemas.microsoft.com/office/drawing/2014/main" id="{56C575A7-49FD-4189-B203-0F832D77D995}"/>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A649CAA4-90B9-4041-8629-F12BAFC029FB}"/>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Read back the aircraft before relying on any parameter value in this report.</a:t>
            </a:r>
          </a:p>
        </p:txBody>
      </p:sp>
    </p:spTree>
    <p:extLst>
      <p:ext uri="{BB962C8B-B14F-4D97-AF65-F5344CB8AC3E}">
        <p14:creationId xmlns:p14="http://schemas.microsoft.com/office/powerpoint/2010/main" val="4918818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2BEE4848-B5D1-4C26-8A7F-2A6CCF2ABCAF}"/>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32</a:t>
            </a:r>
          </a:p>
        </p:txBody>
      </p:sp>
      <p:sp>
        <p:nvSpPr>
          <p:cNvPr id="3" name="title">
            <a:extLst xmlns:a="http://schemas.openxmlformats.org/drawingml/2006/main">
              <a:ext uri="{FF2B5EF4-FFF2-40B4-BE49-F238E27FC236}">
                <a16:creationId xmlns:a16="http://schemas.microsoft.com/office/drawing/2014/main" id="{F3F930E0-5C1C-444C-9844-4407057648D0}"/>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Commissioning and field workflow</a:t>
            </a:r>
          </a:p>
        </p:txBody>
      </p:sp>
      <p:sp>
        <p:nvSpPr>
          <p:cNvPr id="4" name="summary">
            <a:extLst xmlns:a="http://schemas.openxmlformats.org/drawingml/2006/main">
              <a:ext uri="{FF2B5EF4-FFF2-40B4-BE49-F238E27FC236}">
                <a16:creationId xmlns:a16="http://schemas.microsoft.com/office/drawing/2014/main" id="{205A61E6-17C7-4C24-87EB-17D323E19301}"/>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Progress through evidence-based acceptance stages</a:t>
            </a:r>
          </a:p>
        </p:txBody>
      </p:sp>
      <p:sp>
        <p:nvSpPr>
          <p:cNvPr id="5" name="footer">
            <a:extLst xmlns:a="http://schemas.openxmlformats.org/drawingml/2006/main">
              <a:ext uri="{FF2B5EF4-FFF2-40B4-BE49-F238E27FC236}">
                <a16:creationId xmlns:a16="http://schemas.microsoft.com/office/drawing/2014/main" id="{931CEB24-3637-42E1-A396-89DC218C5BDF}"/>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E37938EA-A96C-4FAE-AB2D-84F660F492C2}"/>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33 / 38</a:t>
            </a:r>
          </a:p>
        </p:txBody>
      </p:sp>
      <p:sp>
        <p:nvSpPr>
          <p:cNvPr id="7" name="point-index">
            <a:extLst xmlns:a="http://schemas.openxmlformats.org/drawingml/2006/main">
              <a:ext uri="{FF2B5EF4-FFF2-40B4-BE49-F238E27FC236}">
                <a16:creationId xmlns:a16="http://schemas.microsoft.com/office/drawing/2014/main" id="{AFD2BE17-5ACD-4218-9AD9-AEDFB41B73E3}"/>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D275F0CB-AB20-4D1B-9651-C6C63D5FDDFE}"/>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Bench acceptance: power, wiring, sensors, motor mapping, RC, telemetry and failsafes.</a:t>
            </a:r>
          </a:p>
        </p:txBody>
      </p:sp>
      <p:sp>
        <p:nvSpPr>
          <p:cNvPr id="9" name="point-index">
            <a:extLst xmlns:a="http://schemas.openxmlformats.org/drawingml/2006/main">
              <a:ext uri="{FF2B5EF4-FFF2-40B4-BE49-F238E27FC236}">
                <a16:creationId xmlns:a16="http://schemas.microsoft.com/office/drawing/2014/main" id="{B73D93E6-90C4-493F-8D73-E0D78C0FC27A}"/>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D795B367-E5A6-4D0A-9DD2-9D28A499A632}"/>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Flight acceptance: supervised stability, vibration, hover current, GNSS quality and takeover.</a:t>
            </a:r>
          </a:p>
        </p:txBody>
      </p:sp>
      <p:sp>
        <p:nvSpPr>
          <p:cNvPr id="11" name="point-index">
            <a:extLst xmlns:a="http://schemas.openxmlformats.org/drawingml/2006/main">
              <a:ext uri="{FF2B5EF4-FFF2-40B4-BE49-F238E27FC236}">
                <a16:creationId xmlns:a16="http://schemas.microsoft.com/office/drawing/2014/main" id="{392EFA09-85B9-4C8A-91C7-0202B52E9530}"/>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9E9D6641-883C-4770-B825-441E545D0E7D}"/>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Application acceptance: bounded movement, stale-data stops, video loss and incident policy.</a:t>
            </a:r>
          </a:p>
        </p:txBody>
      </p:sp>
      <p:sp>
        <p:nvSpPr>
          <p:cNvPr id="13" name="point-index">
            <a:extLst xmlns:a="http://schemas.openxmlformats.org/drawingml/2006/main">
              <a:ext uri="{FF2B5EF4-FFF2-40B4-BE49-F238E27FC236}">
                <a16:creationId xmlns:a16="http://schemas.microsoft.com/office/drawing/2014/main" id="{754EE9EF-DBA9-4A13-BDB5-E88BC2003F5B}"/>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9149FEEE-84AD-487F-B717-2D27FB35D837}"/>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Progress only after the preceding stage has recorded evidence.</a:t>
            </a:r>
          </a:p>
        </p:txBody>
      </p:sp>
    </p:spTree>
    <p:extLst>
      <p:ext uri="{BB962C8B-B14F-4D97-AF65-F5344CB8AC3E}">
        <p14:creationId xmlns:p14="http://schemas.microsoft.com/office/powerpoint/2010/main" val="9920362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EC80F496-2613-45C2-97BD-0664623BE023}"/>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33</a:t>
            </a:r>
          </a:p>
        </p:txBody>
      </p:sp>
      <p:sp>
        <p:nvSpPr>
          <p:cNvPr id="3" name="title">
            <a:extLst xmlns:a="http://schemas.openxmlformats.org/drawingml/2006/main">
              <a:ext uri="{FF2B5EF4-FFF2-40B4-BE49-F238E27FC236}">
                <a16:creationId xmlns:a16="http://schemas.microsoft.com/office/drawing/2014/main" id="{8F9BFF03-9854-43BD-993E-37D506B8E8AA}"/>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Test matrix and remaining measurements</a:t>
            </a:r>
          </a:p>
        </p:txBody>
      </p:sp>
      <p:sp>
        <p:nvSpPr>
          <p:cNvPr id="4" name="summary">
            <a:extLst xmlns:a="http://schemas.openxmlformats.org/drawingml/2006/main">
              <a:ext uri="{FF2B5EF4-FFF2-40B4-BE49-F238E27FC236}">
                <a16:creationId xmlns:a16="http://schemas.microsoft.com/office/drawing/2014/main" id="{510D98B4-B364-417F-9F1B-D0F2DE794F01}"/>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Software tests do not certify physical flight behavior</a:t>
            </a:r>
          </a:p>
        </p:txBody>
      </p:sp>
      <p:sp>
        <p:nvSpPr>
          <p:cNvPr id="5" name="footer">
            <a:extLst xmlns:a="http://schemas.openxmlformats.org/drawingml/2006/main">
              <a:ext uri="{FF2B5EF4-FFF2-40B4-BE49-F238E27FC236}">
                <a16:creationId xmlns:a16="http://schemas.microsoft.com/office/drawing/2014/main" id="{D1F593D2-A611-404A-AB29-F134BB5020FC}"/>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0E46DDCE-0820-405B-BC57-649ACB1A8D2C}"/>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34 / 38</a:t>
            </a:r>
          </a:p>
        </p:txBody>
      </p:sp>
      <p:sp>
        <p:nvSpPr>
          <p:cNvPr id="7" name="point-index">
            <a:extLst xmlns:a="http://schemas.openxmlformats.org/drawingml/2006/main">
              <a:ext uri="{FF2B5EF4-FFF2-40B4-BE49-F238E27FC236}">
                <a16:creationId xmlns:a16="http://schemas.microsoft.com/office/drawing/2014/main" id="{C7422D26-FD74-4370-9DEE-80BCFFE979A1}"/>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020AF78C-90ED-43B6-835E-B7D34DA83354}"/>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 last recorded suite had 46 passing tests; this is historical software evidence.</a:t>
            </a:r>
          </a:p>
        </p:txBody>
      </p:sp>
      <p:sp>
        <p:nvSpPr>
          <p:cNvPr id="9" name="point-index">
            <a:extLst xmlns:a="http://schemas.openxmlformats.org/drawingml/2006/main">
              <a:ext uri="{FF2B5EF4-FFF2-40B4-BE49-F238E27FC236}">
                <a16:creationId xmlns:a16="http://schemas.microsoft.com/office/drawing/2014/main" id="{72930DF4-CD91-4EF2-848C-12F62B2A9627}"/>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509E04AA-8DF4-4253-BD9C-D77620A689DE}"/>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Repeatable clip tests cover upload, model selection, frame alignment and review.</a:t>
            </a:r>
          </a:p>
        </p:txBody>
      </p:sp>
      <p:sp>
        <p:nvSpPr>
          <p:cNvPr id="11" name="point-index">
            <a:extLst xmlns:a="http://schemas.openxmlformats.org/drawingml/2006/main">
              <a:ext uri="{FF2B5EF4-FFF2-40B4-BE49-F238E27FC236}">
                <a16:creationId xmlns:a16="http://schemas.microsoft.com/office/drawing/2014/main" id="{471B1957-6704-4BAA-9A69-694191CFE729}"/>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E9C53189-C50F-45A9-B4A2-40C73D7A4C8B}"/>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Measure real GNSS quality, RF range, voltage/current calibration and full video latency.</a:t>
            </a:r>
          </a:p>
        </p:txBody>
      </p:sp>
      <p:sp>
        <p:nvSpPr>
          <p:cNvPr id="13" name="point-index">
            <a:extLst xmlns:a="http://schemas.openxmlformats.org/drawingml/2006/main">
              <a:ext uri="{FF2B5EF4-FFF2-40B4-BE49-F238E27FC236}">
                <a16:creationId xmlns:a16="http://schemas.microsoft.com/office/drawing/2014/main" id="{F375E410-3F60-4871-9526-FB1E33A316C1}"/>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5A3F1142-D2F5-4315-A69C-E35CB55E9BCB}"/>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No field search accuracy, endurance or autonomous-flight certification is claimed.</a:t>
            </a:r>
          </a:p>
        </p:txBody>
      </p:sp>
    </p:spTree>
    <p:extLst>
      <p:ext uri="{BB962C8B-B14F-4D97-AF65-F5344CB8AC3E}">
        <p14:creationId xmlns:p14="http://schemas.microsoft.com/office/powerpoint/2010/main" val="108043847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6DC98DF0-9324-4F6C-92E4-58ABCB7A8B20}"/>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34</a:t>
            </a:r>
          </a:p>
        </p:txBody>
      </p:sp>
      <p:sp>
        <p:nvSpPr>
          <p:cNvPr id="3" name="title">
            <a:extLst xmlns:a="http://schemas.openxmlformats.org/drawingml/2006/main">
              <a:ext uri="{FF2B5EF4-FFF2-40B4-BE49-F238E27FC236}">
                <a16:creationId xmlns:a16="http://schemas.microsoft.com/office/drawing/2014/main" id="{F9284F5F-CF04-4F4A-90A2-1AE06D7CA6E9}"/>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Troubleshooting by subsystem</a:t>
            </a:r>
          </a:p>
        </p:txBody>
      </p:sp>
      <p:sp>
        <p:nvSpPr>
          <p:cNvPr id="4" name="summary">
            <a:extLst xmlns:a="http://schemas.openxmlformats.org/drawingml/2006/main">
              <a:ext uri="{FF2B5EF4-FFF2-40B4-BE49-F238E27FC236}">
                <a16:creationId xmlns:a16="http://schemas.microsoft.com/office/drawing/2014/main" id="{0D693F39-EB76-433C-AF8D-2499A529C67E}"/>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Use a discriminating check before changing parameters</a:t>
            </a:r>
          </a:p>
        </p:txBody>
      </p:sp>
      <p:sp>
        <p:nvSpPr>
          <p:cNvPr id="5" name="footer">
            <a:extLst xmlns:a="http://schemas.openxmlformats.org/drawingml/2006/main">
              <a:ext uri="{FF2B5EF4-FFF2-40B4-BE49-F238E27FC236}">
                <a16:creationId xmlns:a16="http://schemas.microsoft.com/office/drawing/2014/main" id="{F9D1B9B9-BE3B-445F-971A-564EB21F0158}"/>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5AF7DE71-07E8-4517-854D-EA368B774003}"/>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35 / 38</a:t>
            </a:r>
          </a:p>
        </p:txBody>
      </p:sp>
      <p:sp>
        <p:nvSpPr>
          <p:cNvPr id="7" name="point-index">
            <a:extLst xmlns:a="http://schemas.openxmlformats.org/drawingml/2006/main">
              <a:ext uri="{FF2B5EF4-FFF2-40B4-BE49-F238E27FC236}">
                <a16:creationId xmlns:a16="http://schemas.microsoft.com/office/drawing/2014/main" id="{C6F8E697-53C7-482E-8B3C-53B214236CCB}"/>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5C4CD1C6-EAB6-4EB3-B7FD-1A91FA6809B1}"/>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GPS: check fix/satellites/HDOP, supply, crossed UART wires and serial configuration.</a:t>
            </a:r>
          </a:p>
        </p:txBody>
      </p:sp>
      <p:sp>
        <p:nvSpPr>
          <p:cNvPr id="9" name="point-index">
            <a:extLst xmlns:a="http://schemas.openxmlformats.org/drawingml/2006/main">
              <a:ext uri="{FF2B5EF4-FFF2-40B4-BE49-F238E27FC236}">
                <a16:creationId xmlns:a16="http://schemas.microsoft.com/office/drawing/2014/main" id="{1D4AB5C2-C627-4EC8-B1DD-4D0ADD888602}"/>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69910E54-31F1-46CD-B291-5BD2649984B8}"/>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Radio failsafe: verify the transmitter, live RC input and receiver link status.</a:t>
            </a:r>
          </a:p>
        </p:txBody>
      </p:sp>
      <p:sp>
        <p:nvSpPr>
          <p:cNvPr id="11" name="point-index">
            <a:extLst xmlns:a="http://schemas.openxmlformats.org/drawingml/2006/main">
              <a:ext uri="{FF2B5EF4-FFF2-40B4-BE49-F238E27FC236}">
                <a16:creationId xmlns:a16="http://schemas.microsoft.com/office/drawing/2014/main" id="{3CFDBFB7-4EC0-4293-8BF8-696E3B4C85E4}"/>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6B3352F1-78A7-4AE1-B2EF-BCDFADB2CD8C}"/>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Battery: compare FC voltage against a meter; do not bypass pre-arm protection.</a:t>
            </a:r>
          </a:p>
        </p:txBody>
      </p:sp>
      <p:sp>
        <p:nvSpPr>
          <p:cNvPr id="13" name="point-index">
            <a:extLst xmlns:a="http://schemas.openxmlformats.org/drawingml/2006/main">
              <a:ext uri="{FF2B5EF4-FFF2-40B4-BE49-F238E27FC236}">
                <a16:creationId xmlns:a16="http://schemas.microsoft.com/office/drawing/2014/main" id="{3F52E689-9945-4D93-BFAB-B73E711F97D7}"/>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7703D2A8-98B2-4A69-A65F-2C5D6F6177DF}"/>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Video: separate RF/frequency problems from USB driver, device selection and AI issues.</a:t>
            </a:r>
          </a:p>
        </p:txBody>
      </p:sp>
    </p:spTree>
    <p:extLst>
      <p:ext uri="{BB962C8B-B14F-4D97-AF65-F5344CB8AC3E}">
        <p14:creationId xmlns:p14="http://schemas.microsoft.com/office/powerpoint/2010/main" val="47043246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AEC256E0-3BB7-4B49-B33E-036BEFF86C86}"/>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35</a:t>
            </a:r>
          </a:p>
        </p:txBody>
      </p:sp>
      <p:sp>
        <p:nvSpPr>
          <p:cNvPr id="3" name="title">
            <a:extLst xmlns:a="http://schemas.openxmlformats.org/drawingml/2006/main">
              <a:ext uri="{FF2B5EF4-FFF2-40B4-BE49-F238E27FC236}">
                <a16:creationId xmlns:a16="http://schemas.microsoft.com/office/drawing/2014/main" id="{A670C4D2-4E74-454D-814F-E86CA7B7B2AC}"/>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Disaster-management extensions</a:t>
            </a:r>
          </a:p>
        </p:txBody>
      </p:sp>
      <p:sp>
        <p:nvSpPr>
          <p:cNvPr id="4" name="summary">
            <a:extLst xmlns:a="http://schemas.openxmlformats.org/drawingml/2006/main">
              <a:ext uri="{FF2B5EF4-FFF2-40B4-BE49-F238E27FC236}">
                <a16:creationId xmlns:a16="http://schemas.microsoft.com/office/drawing/2014/main" id="{AEB0B3EC-10EA-4D70-9410-7CF23F1058E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Feasible additions and their boundaries</a:t>
            </a:r>
          </a:p>
        </p:txBody>
      </p:sp>
      <p:sp>
        <p:nvSpPr>
          <p:cNvPr id="5" name="footer">
            <a:extLst xmlns:a="http://schemas.openxmlformats.org/drawingml/2006/main">
              <a:ext uri="{FF2B5EF4-FFF2-40B4-BE49-F238E27FC236}">
                <a16:creationId xmlns:a16="http://schemas.microsoft.com/office/drawing/2014/main" id="{7A58BF07-46C6-4DDC-B93E-9F7DD9F30FE0}"/>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2FD6C996-16C9-494B-AABB-DF51FD7FABE5}"/>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36 / 38</a:t>
            </a:r>
          </a:p>
        </p:txBody>
      </p:sp>
      <p:sp>
        <p:nvSpPr>
          <p:cNvPr id="7" name="point-index">
            <a:extLst xmlns:a="http://schemas.openxmlformats.org/drawingml/2006/main">
              <a:ext uri="{FF2B5EF4-FFF2-40B4-BE49-F238E27FC236}">
                <a16:creationId xmlns:a16="http://schemas.microsoft.com/office/drawing/2014/main" id="{5320AF3E-D20A-4B75-97F9-23D3F7EA9641}"/>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50A5DF1F-F836-4D98-A0EC-6CE24C0DA04D}"/>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Start with offline incident review, operator notes, mission replay and exportable evidence.</a:t>
            </a:r>
          </a:p>
        </p:txBody>
      </p:sp>
      <p:sp>
        <p:nvSpPr>
          <p:cNvPr id="9" name="point-index">
            <a:extLst xmlns:a="http://schemas.openxmlformats.org/drawingml/2006/main">
              <a:ext uri="{FF2B5EF4-FFF2-40B4-BE49-F238E27FC236}">
                <a16:creationId xmlns:a16="http://schemas.microsoft.com/office/drawing/2014/main" id="{1914E1F7-08D0-4215-8FA4-47AEA1A40161}"/>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323638C7-3BDD-4AF3-B19A-6F0858889FBB}"/>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An ESP32 plus DFPlayer/amplifier can play prerecorded messages; a bare ESP32 is not a loudspeaker.</a:t>
            </a:r>
          </a:p>
        </p:txBody>
      </p:sp>
      <p:sp>
        <p:nvSpPr>
          <p:cNvPr id="11" name="point-index">
            <a:extLst xmlns:a="http://schemas.openxmlformats.org/drawingml/2006/main">
              <a:ext uri="{FF2B5EF4-FFF2-40B4-BE49-F238E27FC236}">
                <a16:creationId xmlns:a16="http://schemas.microsoft.com/office/drawing/2014/main" id="{8D16C71E-7FA7-4C5B-BDC2-B1002314DFC8}"/>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036339D5-4B97-475E-B0DE-D3B5FA9E532F}"/>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Payload power, mass, mounting and RF effects need a separate bench and flight evaluation.</a:t>
            </a:r>
          </a:p>
        </p:txBody>
      </p:sp>
      <p:sp>
        <p:nvSpPr>
          <p:cNvPr id="13" name="point-index">
            <a:extLst xmlns:a="http://schemas.openxmlformats.org/drawingml/2006/main">
              <a:ext uri="{FF2B5EF4-FFF2-40B4-BE49-F238E27FC236}">
                <a16:creationId xmlns:a16="http://schemas.microsoft.com/office/drawing/2014/main" id="{45EE703F-5346-4041-B073-9B2FBA8DB694}"/>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EDDB2472-CD20-43A6-AFD7-484F939B7E8D}"/>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Thermal imaging, relay networking and precise survivor geolocation are future integrations.</a:t>
            </a:r>
          </a:p>
        </p:txBody>
      </p:sp>
    </p:spTree>
    <p:extLst>
      <p:ext uri="{BB962C8B-B14F-4D97-AF65-F5344CB8AC3E}">
        <p14:creationId xmlns:p14="http://schemas.microsoft.com/office/powerpoint/2010/main" val="208107935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10230FF1-D5F9-4FE3-B108-577962044528}"/>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36</a:t>
            </a:r>
          </a:p>
        </p:txBody>
      </p:sp>
      <p:sp>
        <p:nvSpPr>
          <p:cNvPr id="3" name="title">
            <a:extLst xmlns:a="http://schemas.openxmlformats.org/drawingml/2006/main">
              <a:ext uri="{FF2B5EF4-FFF2-40B4-BE49-F238E27FC236}">
                <a16:creationId xmlns:a16="http://schemas.microsoft.com/office/drawing/2014/main" id="{0C91A173-7B9E-4EFD-B5E6-944FD5EA81F6}"/>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Limitations, glossary and viva questions</a:t>
            </a:r>
          </a:p>
        </p:txBody>
      </p:sp>
      <p:sp>
        <p:nvSpPr>
          <p:cNvPr id="4" name="summary">
            <a:extLst xmlns:a="http://schemas.openxmlformats.org/drawingml/2006/main">
              <a:ext uri="{FF2B5EF4-FFF2-40B4-BE49-F238E27FC236}">
                <a16:creationId xmlns:a16="http://schemas.microsoft.com/office/drawing/2014/main" id="{09AD4115-70BD-419C-9BA6-C2DA62C14FC8}"/>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Explain the design without overstating capability</a:t>
            </a:r>
          </a:p>
        </p:txBody>
      </p:sp>
      <p:sp>
        <p:nvSpPr>
          <p:cNvPr id="5" name="footer">
            <a:extLst xmlns:a="http://schemas.openxmlformats.org/drawingml/2006/main">
              <a:ext uri="{FF2B5EF4-FFF2-40B4-BE49-F238E27FC236}">
                <a16:creationId xmlns:a16="http://schemas.microsoft.com/office/drawing/2014/main" id="{533F7789-982A-4B54-A955-63D86C542DB9}"/>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76FD44CB-9C09-40AF-B9C5-927723394E4A}"/>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37 / 38</a:t>
            </a:r>
          </a:p>
        </p:txBody>
      </p:sp>
      <p:sp>
        <p:nvSpPr>
          <p:cNvPr id="7" name="point-index">
            <a:extLst xmlns:a="http://schemas.openxmlformats.org/drawingml/2006/main">
              <a:ext uri="{FF2B5EF4-FFF2-40B4-BE49-F238E27FC236}">
                <a16:creationId xmlns:a16="http://schemas.microsoft.com/office/drawing/2014/main" id="{9FC3FE50-F9B1-49DB-9C31-4158A04A8159}"/>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8C2412F3-7CC5-4208-B8F9-4B0518D8C29B}"/>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MAVLink is the message protocol; ELRS is the RF transport; ArduCopter is the autopilot.</a:t>
            </a:r>
          </a:p>
        </p:txBody>
      </p:sp>
      <p:sp>
        <p:nvSpPr>
          <p:cNvPr id="9" name="point-index">
            <a:extLst xmlns:a="http://schemas.openxmlformats.org/drawingml/2006/main">
              <a:ext uri="{FF2B5EF4-FFF2-40B4-BE49-F238E27FC236}">
                <a16:creationId xmlns:a16="http://schemas.microsoft.com/office/drawing/2014/main" id="{67885F44-79D0-4790-99C7-88C1B864727E}"/>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7C4A10B1-F663-4AA7-9424-E31DDC18702E}"/>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GPS measures position; the compass measures magnetic heading; EKF fuses sensor evidence.</a:t>
            </a:r>
          </a:p>
        </p:txBody>
      </p:sp>
      <p:sp>
        <p:nvSpPr>
          <p:cNvPr id="11" name="point-index">
            <a:extLst xmlns:a="http://schemas.openxmlformats.org/drawingml/2006/main">
              <a:ext uri="{FF2B5EF4-FFF2-40B4-BE49-F238E27FC236}">
                <a16:creationId xmlns:a16="http://schemas.microsoft.com/office/drawing/2014/main" id="{0C65EAF8-516F-48DB-8F07-E673C3CAD9AF}"/>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51E902FD-ED5E-42E1-8CBE-7F76C09E800D}"/>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AI boxes suggest candidates. Aircraft coordinates are not the person’s ground coordinates.</a:t>
            </a:r>
          </a:p>
        </p:txBody>
      </p:sp>
      <p:sp>
        <p:nvSpPr>
          <p:cNvPr id="13" name="point-index">
            <a:extLst xmlns:a="http://schemas.openxmlformats.org/drawingml/2006/main">
              <a:ext uri="{FF2B5EF4-FFF2-40B4-BE49-F238E27FC236}">
                <a16:creationId xmlns:a16="http://schemas.microsoft.com/office/drawing/2014/main" id="{0CE465BC-86D7-44E0-9A0E-1E57CB76606E}"/>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BF795F5F-A11F-4BA5-87B7-3050F8B213B5}"/>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Explain the confirmed prototype, its remaining tests and its limits during the viva.</a:t>
            </a:r>
          </a:p>
        </p:txBody>
      </p:sp>
    </p:spTree>
    <p:extLst>
      <p:ext uri="{BB962C8B-B14F-4D97-AF65-F5344CB8AC3E}">
        <p14:creationId xmlns:p14="http://schemas.microsoft.com/office/powerpoint/2010/main" val="141684746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ction-index">
            <a:extLst xmlns:a="http://schemas.openxmlformats.org/drawingml/2006/main">
              <a:ext uri="{FF2B5EF4-FFF2-40B4-BE49-F238E27FC236}">
                <a16:creationId xmlns:a16="http://schemas.microsoft.com/office/drawing/2014/main" id="{44724FF9-74F5-4979-B1E3-233B07702430}"/>
              </a:ext>
            </a:extLst>
          </p:cNvPr>
          <p:cNvSpPr>
            <a:spLocks xmlns:a="http://schemas.openxmlformats.org/drawingml/2006/main" noGrp="1"/>
          </p:cNvSpPr>
          <p:nvPr/>
        </p:nvSpPr>
        <p:spPr>
          <a:xfrm xmlns:a="http://schemas.openxmlformats.org/drawingml/2006/main">
            <a:off x="609600" y="2190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050" b="1">
                <a:solidFill>
                  <a:srgbClr val="087E8B"/>
                </a:solidFill>
                <a:latin typeface="Arial"/>
                <a:ea typeface="Arial"/>
                <a:cs typeface="Arial"/>
              </a:defRPr>
            </a:defPPr>
            <a:lvl1pPr algn="l">
              <a:defRPr sz="1050" b="1">
                <a:solidFill>
                  <a:srgbClr val="087E8B"/>
                </a:solidFill>
                <a:latin typeface="Arial"/>
                <a:ea typeface="Arial"/>
                <a:cs typeface="Arial"/>
              </a:defRPr>
            </a:lvl1pPr>
            <a:lvl2pPr algn="l">
              <a:defRPr sz="1050" b="1">
                <a:solidFill>
                  <a:srgbClr val="087E8B"/>
                </a:solidFill>
                <a:latin typeface="Arial"/>
                <a:ea typeface="Arial"/>
                <a:cs typeface="Arial"/>
              </a:defRPr>
            </a:lvl2pPr>
            <a:lvl3pPr algn="l">
              <a:defRPr sz="1050" b="1">
                <a:solidFill>
                  <a:srgbClr val="087E8B"/>
                </a:solidFill>
                <a:latin typeface="Arial"/>
                <a:ea typeface="Arial"/>
                <a:cs typeface="Arial"/>
              </a:defRPr>
            </a:lvl3pPr>
            <a:lvl4pPr algn="l">
              <a:defRPr sz="1050" b="1">
                <a:solidFill>
                  <a:srgbClr val="087E8B"/>
                </a:solidFill>
                <a:latin typeface="Arial"/>
                <a:ea typeface="Arial"/>
                <a:cs typeface="Arial"/>
              </a:defRPr>
            </a:lvl4pPr>
            <a:lvl5pPr algn="l">
              <a:defRPr sz="1050" b="1">
                <a:solidFill>
                  <a:srgbClr val="087E8B"/>
                </a:solidFill>
                <a:latin typeface="Arial"/>
                <a:ea typeface="Arial"/>
                <a:cs typeface="Arial"/>
              </a:defRPr>
            </a:lvl5pPr>
            <a:lvl6pPr algn="l">
              <a:defRPr sz="1050" b="1">
                <a:solidFill>
                  <a:srgbClr val="087E8B"/>
                </a:solidFill>
                <a:latin typeface="Arial"/>
                <a:ea typeface="Arial"/>
                <a:cs typeface="Arial"/>
              </a:defRPr>
            </a:lvl6pPr>
            <a:lvl7pPr algn="l">
              <a:defRPr sz="1050" b="1">
                <a:solidFill>
                  <a:srgbClr val="087E8B"/>
                </a:solidFill>
                <a:latin typeface="Arial"/>
                <a:ea typeface="Arial"/>
                <a:cs typeface="Arial"/>
              </a:defRPr>
            </a:lvl7pPr>
            <a:lvl8pPr algn="l">
              <a:defRPr sz="1050" b="1">
                <a:solidFill>
                  <a:srgbClr val="087E8B"/>
                </a:solidFill>
                <a:latin typeface="Arial"/>
                <a:ea typeface="Arial"/>
                <a:cs typeface="Arial"/>
              </a:defRPr>
            </a:lvl8pPr>
            <a:lvl9pPr algn="l">
              <a:defRPr sz="1050" b="1">
                <a:solidFill>
                  <a:srgbClr val="087E8B"/>
                </a:solidFill>
                <a:latin typeface="Arial"/>
                <a:ea typeface="Arial"/>
                <a:cs typeface="Arial"/>
              </a:defRPr>
            </a:lvl9pPr>
          </a:lstStyle>
          <a:p xmlns:a="http://schemas.openxmlformats.org/drawingml/2006/main">
            <a:pPr algn="l">
              <a:defRPr sz="1050" b="1">
                <a:solidFill>
                  <a:srgbClr val="087E8B"/>
                </a:solidFill>
                <a:latin typeface="Arial"/>
                <a:ea typeface="Arial"/>
                <a:cs typeface="Arial"/>
              </a:defRPr>
            </a:pPr>
            <a:r>
              <a:rPr sz="1050" b="1">
                <a:solidFill>
                  <a:srgbClr val="087E8B"/>
                </a:solidFill>
                <a:latin typeface="Arial"/>
                <a:ea typeface="Arial"/>
                <a:cs typeface="Arial"/>
              </a:rPr>
              <a:t>AERO  /  37</a:t>
            </a:r>
          </a:p>
        </p:txBody>
      </p:sp>
      <p:sp>
        <p:nvSpPr>
          <p:cNvPr id="3" name="title">
            <a:extLst xmlns:a="http://schemas.openxmlformats.org/drawingml/2006/main">
              <a:ext uri="{FF2B5EF4-FFF2-40B4-BE49-F238E27FC236}">
                <a16:creationId xmlns:a16="http://schemas.microsoft.com/office/drawing/2014/main" id="{047FAF20-D4C3-4904-B0D2-4E3892CA0EB0}"/>
              </a:ext>
            </a:extLst>
          </p:cNvPr>
          <p:cNvSpPr>
            <a:spLocks xmlns:a="http://schemas.openxmlformats.org/drawingml/2006/main" noGrp="1"/>
          </p:cNvSpPr>
          <p:nvPr/>
        </p:nvSpPr>
        <p:spPr>
          <a:xfrm xmlns:a="http://schemas.openxmlformats.org/drawingml/2006/main">
            <a:off x="609600" y="5905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000" b="1">
                <a:solidFill>
                  <a:srgbClr val="132C46"/>
                </a:solidFill>
                <a:latin typeface="Arial"/>
                <a:ea typeface="Arial"/>
                <a:cs typeface="Arial"/>
              </a:defRPr>
            </a:defPPr>
            <a:lvl1pPr algn="l">
              <a:defRPr sz="3000" b="1">
                <a:solidFill>
                  <a:srgbClr val="132C46"/>
                </a:solidFill>
                <a:latin typeface="Arial"/>
                <a:ea typeface="Arial"/>
                <a:cs typeface="Arial"/>
              </a:defRPr>
            </a:lvl1pPr>
            <a:lvl2pPr algn="l">
              <a:defRPr sz="3000" b="1">
                <a:solidFill>
                  <a:srgbClr val="132C46"/>
                </a:solidFill>
                <a:latin typeface="Arial"/>
                <a:ea typeface="Arial"/>
                <a:cs typeface="Arial"/>
              </a:defRPr>
            </a:lvl2pPr>
            <a:lvl3pPr algn="l">
              <a:defRPr sz="3000" b="1">
                <a:solidFill>
                  <a:srgbClr val="132C46"/>
                </a:solidFill>
                <a:latin typeface="Arial"/>
                <a:ea typeface="Arial"/>
                <a:cs typeface="Arial"/>
              </a:defRPr>
            </a:lvl3pPr>
            <a:lvl4pPr algn="l">
              <a:defRPr sz="3000" b="1">
                <a:solidFill>
                  <a:srgbClr val="132C46"/>
                </a:solidFill>
                <a:latin typeface="Arial"/>
                <a:ea typeface="Arial"/>
                <a:cs typeface="Arial"/>
              </a:defRPr>
            </a:lvl4pPr>
            <a:lvl5pPr algn="l">
              <a:defRPr sz="3000" b="1">
                <a:solidFill>
                  <a:srgbClr val="132C46"/>
                </a:solidFill>
                <a:latin typeface="Arial"/>
                <a:ea typeface="Arial"/>
                <a:cs typeface="Arial"/>
              </a:defRPr>
            </a:lvl5pPr>
            <a:lvl6pPr algn="l">
              <a:defRPr sz="3000" b="1">
                <a:solidFill>
                  <a:srgbClr val="132C46"/>
                </a:solidFill>
                <a:latin typeface="Arial"/>
                <a:ea typeface="Arial"/>
                <a:cs typeface="Arial"/>
              </a:defRPr>
            </a:lvl6pPr>
            <a:lvl7pPr algn="l">
              <a:defRPr sz="3000" b="1">
                <a:solidFill>
                  <a:srgbClr val="132C46"/>
                </a:solidFill>
                <a:latin typeface="Arial"/>
                <a:ea typeface="Arial"/>
                <a:cs typeface="Arial"/>
              </a:defRPr>
            </a:lvl7pPr>
            <a:lvl8pPr algn="l">
              <a:defRPr sz="3000" b="1">
                <a:solidFill>
                  <a:srgbClr val="132C46"/>
                </a:solidFill>
                <a:latin typeface="Arial"/>
                <a:ea typeface="Arial"/>
                <a:cs typeface="Arial"/>
              </a:defRPr>
            </a:lvl8pPr>
            <a:lvl9pPr algn="l">
              <a:defRPr sz="3000" b="1">
                <a:solidFill>
                  <a:srgbClr val="132C46"/>
                </a:solidFill>
                <a:latin typeface="Arial"/>
                <a:ea typeface="Arial"/>
                <a:cs typeface="Arial"/>
              </a:defRPr>
            </a:lvl9pPr>
          </a:lstStyle>
          <a:p xmlns:a="http://schemas.openxmlformats.org/drawingml/2006/main">
            <a:pPr algn="l">
              <a:defRPr sz="3000" b="1">
                <a:solidFill>
                  <a:srgbClr val="132C46"/>
                </a:solidFill>
                <a:latin typeface="Arial"/>
                <a:ea typeface="Arial"/>
                <a:cs typeface="Arial"/>
              </a:defRPr>
            </a:pPr>
            <a:r>
              <a:rPr sz="3000" b="1">
                <a:solidFill>
                  <a:srgbClr val="132C46"/>
                </a:solidFill>
                <a:latin typeface="Arial"/>
                <a:ea typeface="Arial"/>
                <a:cs typeface="Arial"/>
              </a:rPr>
              <a:t>References and source register</a:t>
            </a:r>
          </a:p>
        </p:txBody>
      </p:sp>
      <p:sp>
        <p:nvSpPr>
          <p:cNvPr id="4" name="summary">
            <a:extLst xmlns:a="http://schemas.openxmlformats.org/drawingml/2006/main">
              <a:ext uri="{FF2B5EF4-FFF2-40B4-BE49-F238E27FC236}">
                <a16:creationId xmlns:a16="http://schemas.microsoft.com/office/drawing/2014/main" id="{A3B65D85-8571-4FDC-B366-A608A0F46EB4}"/>
              </a:ext>
            </a:extLst>
          </p:cNvPr>
          <p:cNvSpPr>
            <a:spLocks xmlns:a="http://schemas.openxmlformats.org/drawingml/2006/main" noGrp="1"/>
          </p:cNvSpPr>
          <p:nvPr/>
        </p:nvSpPr>
        <p:spPr>
          <a:xfrm xmlns:a="http://schemas.openxmlformats.org/drawingml/2006/main">
            <a:off x="628650" y="12668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087E8B"/>
                </a:solidFill>
                <a:latin typeface="Arial"/>
                <a:ea typeface="Arial"/>
                <a:cs typeface="Arial"/>
              </a:defRPr>
            </a:defPPr>
            <a:lvl1pPr algn="l">
              <a:defRPr sz="1725" b="0">
                <a:solidFill>
                  <a:srgbClr val="087E8B"/>
                </a:solidFill>
                <a:latin typeface="Arial"/>
                <a:ea typeface="Arial"/>
                <a:cs typeface="Arial"/>
              </a:defRPr>
            </a:lvl1pPr>
            <a:lvl2pPr algn="l">
              <a:defRPr sz="1725" b="0">
                <a:solidFill>
                  <a:srgbClr val="087E8B"/>
                </a:solidFill>
                <a:latin typeface="Arial"/>
                <a:ea typeface="Arial"/>
                <a:cs typeface="Arial"/>
              </a:defRPr>
            </a:lvl2pPr>
            <a:lvl3pPr algn="l">
              <a:defRPr sz="1725" b="0">
                <a:solidFill>
                  <a:srgbClr val="087E8B"/>
                </a:solidFill>
                <a:latin typeface="Arial"/>
                <a:ea typeface="Arial"/>
                <a:cs typeface="Arial"/>
              </a:defRPr>
            </a:lvl3pPr>
            <a:lvl4pPr algn="l">
              <a:defRPr sz="1725" b="0">
                <a:solidFill>
                  <a:srgbClr val="087E8B"/>
                </a:solidFill>
                <a:latin typeface="Arial"/>
                <a:ea typeface="Arial"/>
                <a:cs typeface="Arial"/>
              </a:defRPr>
            </a:lvl4pPr>
            <a:lvl5pPr algn="l">
              <a:defRPr sz="1725" b="0">
                <a:solidFill>
                  <a:srgbClr val="087E8B"/>
                </a:solidFill>
                <a:latin typeface="Arial"/>
                <a:ea typeface="Arial"/>
                <a:cs typeface="Arial"/>
              </a:defRPr>
            </a:lvl5pPr>
            <a:lvl6pPr algn="l">
              <a:defRPr sz="1725" b="0">
                <a:solidFill>
                  <a:srgbClr val="087E8B"/>
                </a:solidFill>
                <a:latin typeface="Arial"/>
                <a:ea typeface="Arial"/>
                <a:cs typeface="Arial"/>
              </a:defRPr>
            </a:lvl6pPr>
            <a:lvl7pPr algn="l">
              <a:defRPr sz="1725" b="0">
                <a:solidFill>
                  <a:srgbClr val="087E8B"/>
                </a:solidFill>
                <a:latin typeface="Arial"/>
                <a:ea typeface="Arial"/>
                <a:cs typeface="Arial"/>
              </a:defRPr>
            </a:lvl7pPr>
            <a:lvl8pPr algn="l">
              <a:defRPr sz="1725" b="0">
                <a:solidFill>
                  <a:srgbClr val="087E8B"/>
                </a:solidFill>
                <a:latin typeface="Arial"/>
                <a:ea typeface="Arial"/>
                <a:cs typeface="Arial"/>
              </a:defRPr>
            </a:lvl8pPr>
            <a:lvl9pPr algn="l">
              <a:defRPr sz="1725" b="0">
                <a:solidFill>
                  <a:srgbClr val="087E8B"/>
                </a:solidFill>
                <a:latin typeface="Arial"/>
                <a:ea typeface="Arial"/>
                <a:cs typeface="Arial"/>
              </a:defRPr>
            </a:lvl9pPr>
          </a:lstStyle>
          <a:p xmlns:a="http://schemas.openxmlformats.org/drawingml/2006/main">
            <a:pPr algn="l">
              <a:defRPr sz="1725" b="0">
                <a:solidFill>
                  <a:srgbClr val="087E8B"/>
                </a:solidFill>
                <a:latin typeface="Arial"/>
                <a:ea typeface="Arial"/>
                <a:cs typeface="Arial"/>
              </a:defRPr>
            </a:pPr>
            <a:r>
              <a:rPr sz="1725" b="0">
                <a:solidFill>
                  <a:srgbClr val="087E8B"/>
                </a:solidFill>
                <a:latin typeface="Arial"/>
                <a:ea typeface="Arial"/>
                <a:cs typeface="Arial"/>
              </a:rPr>
              <a:t>Trace implementation details to project evidence and primary documentation</a:t>
            </a:r>
          </a:p>
        </p:txBody>
      </p:sp>
      <p:sp>
        <p:nvSpPr>
          <p:cNvPr id="5" name="footer">
            <a:extLst xmlns:a="http://schemas.openxmlformats.org/drawingml/2006/main">
              <a:ext uri="{FF2B5EF4-FFF2-40B4-BE49-F238E27FC236}">
                <a16:creationId xmlns:a16="http://schemas.microsoft.com/office/drawing/2014/main" id="{300B9D60-53CC-42AD-8496-F85308CE042F}"/>
              </a:ext>
            </a:extLst>
          </p:cNvPr>
          <p:cNvSpPr>
            <a:spLocks xmlns:a="http://schemas.openxmlformats.org/drawingml/2006/main" noGrp="1"/>
          </p:cNvSpPr>
          <p:nvPr/>
        </p:nvSpPr>
        <p:spPr>
          <a:xfrm xmlns:a="http://schemas.openxmlformats.org/drawingml/2006/main">
            <a:off x="609600" y="6543675"/>
            <a:ext cx="762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C6073"/>
                </a:solidFill>
                <a:latin typeface="Arial"/>
                <a:ea typeface="Arial"/>
                <a:cs typeface="Arial"/>
              </a:defRPr>
            </a:defPPr>
            <a:lvl1pPr algn="l">
              <a:defRPr sz="975" b="0">
                <a:solidFill>
                  <a:srgbClr val="4C6073"/>
                </a:solidFill>
                <a:latin typeface="Arial"/>
                <a:ea typeface="Arial"/>
                <a:cs typeface="Arial"/>
              </a:defRPr>
            </a:lvl1pPr>
            <a:lvl2pPr algn="l">
              <a:defRPr sz="975" b="0">
                <a:solidFill>
                  <a:srgbClr val="4C6073"/>
                </a:solidFill>
                <a:latin typeface="Arial"/>
                <a:ea typeface="Arial"/>
                <a:cs typeface="Arial"/>
              </a:defRPr>
            </a:lvl2pPr>
            <a:lvl3pPr algn="l">
              <a:defRPr sz="975" b="0">
                <a:solidFill>
                  <a:srgbClr val="4C6073"/>
                </a:solidFill>
                <a:latin typeface="Arial"/>
                <a:ea typeface="Arial"/>
                <a:cs typeface="Arial"/>
              </a:defRPr>
            </a:lvl3pPr>
            <a:lvl4pPr algn="l">
              <a:defRPr sz="975" b="0">
                <a:solidFill>
                  <a:srgbClr val="4C6073"/>
                </a:solidFill>
                <a:latin typeface="Arial"/>
                <a:ea typeface="Arial"/>
                <a:cs typeface="Arial"/>
              </a:defRPr>
            </a:lvl4pPr>
            <a:lvl5pPr algn="l">
              <a:defRPr sz="975" b="0">
                <a:solidFill>
                  <a:srgbClr val="4C6073"/>
                </a:solidFill>
                <a:latin typeface="Arial"/>
                <a:ea typeface="Arial"/>
                <a:cs typeface="Arial"/>
              </a:defRPr>
            </a:lvl5pPr>
            <a:lvl6pPr algn="l">
              <a:defRPr sz="975" b="0">
                <a:solidFill>
                  <a:srgbClr val="4C6073"/>
                </a:solidFill>
                <a:latin typeface="Arial"/>
                <a:ea typeface="Arial"/>
                <a:cs typeface="Arial"/>
              </a:defRPr>
            </a:lvl6pPr>
            <a:lvl7pPr algn="l">
              <a:defRPr sz="975" b="0">
                <a:solidFill>
                  <a:srgbClr val="4C6073"/>
                </a:solidFill>
                <a:latin typeface="Arial"/>
                <a:ea typeface="Arial"/>
                <a:cs typeface="Arial"/>
              </a:defRPr>
            </a:lvl7pPr>
            <a:lvl8pPr algn="l">
              <a:defRPr sz="975" b="0">
                <a:solidFill>
                  <a:srgbClr val="4C6073"/>
                </a:solidFill>
                <a:latin typeface="Arial"/>
                <a:ea typeface="Arial"/>
                <a:cs typeface="Arial"/>
              </a:defRPr>
            </a:lvl8pPr>
            <a:lvl9pPr algn="l">
              <a:defRPr sz="975" b="0">
                <a:solidFill>
                  <a:srgbClr val="4C6073"/>
                </a:solidFill>
                <a:latin typeface="Arial"/>
                <a:ea typeface="Arial"/>
                <a:cs typeface="Arial"/>
              </a:defRPr>
            </a:lvl9pPr>
          </a:lstStyle>
          <a:p xmlns:a="http://schemas.openxmlformats.org/drawingml/2006/main">
            <a:pPr algn="l">
              <a:defRPr sz="975" b="0">
                <a:solidFill>
                  <a:srgbClr val="4C6073"/>
                </a:solidFill>
                <a:latin typeface="Arial"/>
                <a:ea typeface="Arial"/>
                <a:cs typeface="Arial"/>
              </a:defRPr>
            </a:pPr>
            <a:r>
              <a:rPr sz="975" b="0">
                <a:solidFill>
                  <a:srgbClr val="4C6073"/>
                </a:solidFill>
                <a:latin typeface="Arial"/>
                <a:ea typeface="Arial"/>
                <a:cs typeface="Arial"/>
              </a:rPr>
              <a:t>Hardware implementation  |  26 October 2026</a:t>
            </a:r>
          </a:p>
        </p:txBody>
      </p:sp>
      <p:sp>
        <p:nvSpPr>
          <p:cNvPr id="6" name="page">
            <a:extLst xmlns:a="http://schemas.openxmlformats.org/drawingml/2006/main">
              <a:ext uri="{FF2B5EF4-FFF2-40B4-BE49-F238E27FC236}">
                <a16:creationId xmlns:a16="http://schemas.microsoft.com/office/drawing/2014/main" id="{C2CDB433-DD99-40C5-9B9E-DFE1AC910595}"/>
              </a:ext>
            </a:extLst>
          </p:cNvPr>
          <p:cNvSpPr>
            <a:spLocks xmlns:a="http://schemas.openxmlformats.org/drawingml/2006/main" noGrp="1"/>
          </p:cNvSpPr>
          <p:nvPr/>
        </p:nvSpPr>
        <p:spPr>
          <a:xfrm xmlns:a="http://schemas.openxmlformats.org/drawingml/2006/main">
            <a:off x="10534650" y="65436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975" b="0">
                <a:solidFill>
                  <a:srgbClr val="4C6073"/>
                </a:solidFill>
                <a:latin typeface="Arial"/>
                <a:ea typeface="Arial"/>
                <a:cs typeface="Arial"/>
              </a:defRPr>
            </a:defPPr>
            <a:lvl1pPr algn="r">
              <a:defRPr sz="975" b="0">
                <a:solidFill>
                  <a:srgbClr val="4C6073"/>
                </a:solidFill>
                <a:latin typeface="Arial"/>
                <a:ea typeface="Arial"/>
                <a:cs typeface="Arial"/>
              </a:defRPr>
            </a:lvl1pPr>
            <a:lvl2pPr algn="r">
              <a:defRPr sz="975" b="0">
                <a:solidFill>
                  <a:srgbClr val="4C6073"/>
                </a:solidFill>
                <a:latin typeface="Arial"/>
                <a:ea typeface="Arial"/>
                <a:cs typeface="Arial"/>
              </a:defRPr>
            </a:lvl2pPr>
            <a:lvl3pPr algn="r">
              <a:defRPr sz="975" b="0">
                <a:solidFill>
                  <a:srgbClr val="4C6073"/>
                </a:solidFill>
                <a:latin typeface="Arial"/>
                <a:ea typeface="Arial"/>
                <a:cs typeface="Arial"/>
              </a:defRPr>
            </a:lvl3pPr>
            <a:lvl4pPr algn="r">
              <a:defRPr sz="975" b="0">
                <a:solidFill>
                  <a:srgbClr val="4C6073"/>
                </a:solidFill>
                <a:latin typeface="Arial"/>
                <a:ea typeface="Arial"/>
                <a:cs typeface="Arial"/>
              </a:defRPr>
            </a:lvl4pPr>
            <a:lvl5pPr algn="r">
              <a:defRPr sz="975" b="0">
                <a:solidFill>
                  <a:srgbClr val="4C6073"/>
                </a:solidFill>
                <a:latin typeface="Arial"/>
                <a:ea typeface="Arial"/>
                <a:cs typeface="Arial"/>
              </a:defRPr>
            </a:lvl5pPr>
            <a:lvl6pPr algn="r">
              <a:defRPr sz="975" b="0">
                <a:solidFill>
                  <a:srgbClr val="4C6073"/>
                </a:solidFill>
                <a:latin typeface="Arial"/>
                <a:ea typeface="Arial"/>
                <a:cs typeface="Arial"/>
              </a:defRPr>
            </a:lvl6pPr>
            <a:lvl7pPr algn="r">
              <a:defRPr sz="975" b="0">
                <a:solidFill>
                  <a:srgbClr val="4C6073"/>
                </a:solidFill>
                <a:latin typeface="Arial"/>
                <a:ea typeface="Arial"/>
                <a:cs typeface="Arial"/>
              </a:defRPr>
            </a:lvl7pPr>
            <a:lvl8pPr algn="r">
              <a:defRPr sz="975" b="0">
                <a:solidFill>
                  <a:srgbClr val="4C6073"/>
                </a:solidFill>
                <a:latin typeface="Arial"/>
                <a:ea typeface="Arial"/>
                <a:cs typeface="Arial"/>
              </a:defRPr>
            </a:lvl8pPr>
            <a:lvl9pPr algn="r">
              <a:defRPr sz="975" b="0">
                <a:solidFill>
                  <a:srgbClr val="4C6073"/>
                </a:solidFill>
                <a:latin typeface="Arial"/>
                <a:ea typeface="Arial"/>
                <a:cs typeface="Arial"/>
              </a:defRPr>
            </a:lvl9pPr>
          </a:lstStyle>
          <a:p xmlns:a="http://schemas.openxmlformats.org/drawingml/2006/main">
            <a:pPr algn="r">
              <a:defRPr sz="975" b="0">
                <a:solidFill>
                  <a:srgbClr val="4C6073"/>
                </a:solidFill>
                <a:latin typeface="Arial"/>
                <a:ea typeface="Arial"/>
                <a:cs typeface="Arial"/>
              </a:defRPr>
            </a:pPr>
            <a:r>
              <a:rPr sz="975" b="0">
                <a:solidFill>
                  <a:srgbClr val="4C6073"/>
                </a:solidFill>
                <a:latin typeface="Arial"/>
                <a:ea typeface="Arial"/>
                <a:cs typeface="Arial"/>
              </a:rPr>
              <a:t>38 / 38</a:t>
            </a:r>
          </a:p>
        </p:txBody>
      </p:sp>
      <p:sp>
        <p:nvSpPr>
          <p:cNvPr id="7" name="point-index">
            <a:extLst xmlns:a="http://schemas.openxmlformats.org/drawingml/2006/main">
              <a:ext uri="{FF2B5EF4-FFF2-40B4-BE49-F238E27FC236}">
                <a16:creationId xmlns:a16="http://schemas.microsoft.com/office/drawing/2014/main" id="{4B54DF75-F2CB-4B31-B967-5F0F076DF258}"/>
              </a:ext>
            </a:extLst>
          </p:cNvPr>
          <p:cNvSpPr>
            <a:spLocks xmlns:a="http://schemas.openxmlformats.org/drawingml/2006/main" noGrp="1"/>
          </p:cNvSpPr>
          <p:nvPr/>
        </p:nvSpPr>
        <p:spPr>
          <a:xfrm xmlns:a="http://schemas.openxmlformats.org/drawingml/2006/main">
            <a:off x="647700" y="1924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01</a:t>
            </a:r>
          </a:p>
        </p:txBody>
      </p:sp>
      <p:sp>
        <p:nvSpPr>
          <p:cNvPr id="8" name="point">
            <a:extLst xmlns:a="http://schemas.openxmlformats.org/drawingml/2006/main">
              <a:ext uri="{FF2B5EF4-FFF2-40B4-BE49-F238E27FC236}">
                <a16:creationId xmlns:a16="http://schemas.microsoft.com/office/drawing/2014/main" id="{383A141D-B778-41C9-B12E-051A89570271}"/>
              </a:ext>
            </a:extLst>
          </p:cNvPr>
          <p:cNvSpPr>
            <a:spLocks xmlns:a="http://schemas.openxmlformats.org/drawingml/2006/main" noGrp="1"/>
          </p:cNvSpPr>
          <p:nvPr/>
        </p:nvSpPr>
        <p:spPr>
          <a:xfrm xmlns:a="http://schemas.openxmlformats.org/drawingml/2006/main">
            <a:off x="1381125" y="19145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Primary references: ArduPilot board, motor, Guided-control and failsafe documentation.</a:t>
            </a:r>
          </a:p>
        </p:txBody>
      </p:sp>
      <p:sp>
        <p:nvSpPr>
          <p:cNvPr id="9" name="point-index">
            <a:extLst xmlns:a="http://schemas.openxmlformats.org/drawingml/2006/main">
              <a:ext uri="{FF2B5EF4-FFF2-40B4-BE49-F238E27FC236}">
                <a16:creationId xmlns:a16="http://schemas.microsoft.com/office/drawing/2014/main" id="{AC3F5477-70C2-41CB-ACCA-A0D7FF58A421}"/>
              </a:ext>
            </a:extLst>
          </p:cNvPr>
          <p:cNvSpPr>
            <a:spLocks xmlns:a="http://schemas.openxmlformats.org/drawingml/2006/main" noGrp="1"/>
          </p:cNvSpPr>
          <p:nvPr/>
        </p:nvSpPr>
        <p:spPr>
          <a:xfrm xmlns:a="http://schemas.openxmlformats.org/drawingml/2006/main">
            <a:off x="647700" y="29718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02</a:t>
            </a:r>
          </a:p>
        </p:txBody>
      </p:sp>
      <p:sp>
        <p:nvSpPr>
          <p:cNvPr id="10" name="point">
            <a:extLst xmlns:a="http://schemas.openxmlformats.org/drawingml/2006/main">
              <a:ext uri="{FF2B5EF4-FFF2-40B4-BE49-F238E27FC236}">
                <a16:creationId xmlns:a16="http://schemas.microsoft.com/office/drawing/2014/main" id="{D17A6F10-7684-4AA3-A0CF-E45D79CF0D8C}"/>
              </a:ext>
            </a:extLst>
          </p:cNvPr>
          <p:cNvSpPr>
            <a:spLocks xmlns:a="http://schemas.openxmlformats.org/drawingml/2006/main" noGrp="1"/>
          </p:cNvSpPr>
          <p:nvPr/>
        </p:nvSpPr>
        <p:spPr>
          <a:xfrm xmlns:a="http://schemas.openxmlformats.org/drawingml/2006/main">
            <a:off x="1381125" y="29622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Transport references: ExpressLRS native MAVLink and MAVLink common messages.</a:t>
            </a:r>
          </a:p>
        </p:txBody>
      </p:sp>
      <p:sp>
        <p:nvSpPr>
          <p:cNvPr id="11" name="point-index">
            <a:extLst xmlns:a="http://schemas.openxmlformats.org/drawingml/2006/main">
              <a:ext uri="{FF2B5EF4-FFF2-40B4-BE49-F238E27FC236}">
                <a16:creationId xmlns:a16="http://schemas.microsoft.com/office/drawing/2014/main" id="{AE80CE17-1D5C-405B-9147-168FE3A22B1F}"/>
              </a:ext>
            </a:extLst>
          </p:cNvPr>
          <p:cNvSpPr>
            <a:spLocks xmlns:a="http://schemas.openxmlformats.org/drawingml/2006/main" noGrp="1"/>
          </p:cNvSpPr>
          <p:nvPr/>
        </p:nvSpPr>
        <p:spPr>
          <a:xfrm xmlns:a="http://schemas.openxmlformats.org/drawingml/2006/main">
            <a:off x="647700" y="40195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03</a:t>
            </a:r>
          </a:p>
        </p:txBody>
      </p:sp>
      <p:sp>
        <p:nvSpPr>
          <p:cNvPr id="12" name="point">
            <a:extLst xmlns:a="http://schemas.openxmlformats.org/drawingml/2006/main">
              <a:ext uri="{FF2B5EF4-FFF2-40B4-BE49-F238E27FC236}">
                <a16:creationId xmlns:a16="http://schemas.microsoft.com/office/drawing/2014/main" id="{7CC4F38B-FE45-46F4-84E4-A6189B719039}"/>
              </a:ext>
            </a:extLst>
          </p:cNvPr>
          <p:cNvSpPr>
            <a:spLocks xmlns:a="http://schemas.openxmlformats.org/drawingml/2006/main" noGrp="1"/>
          </p:cNvSpPr>
          <p:nvPr/>
        </p:nvSpPr>
        <p:spPr>
          <a:xfrm xmlns:a="http://schemas.openxmlformats.org/drawingml/2006/main">
            <a:off x="1381125" y="401002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Implementation references: application repository and pinned team AURA revision.</a:t>
            </a:r>
          </a:p>
        </p:txBody>
      </p:sp>
      <p:sp>
        <p:nvSpPr>
          <p:cNvPr id="13" name="point-index">
            <a:extLst xmlns:a="http://schemas.openxmlformats.org/drawingml/2006/main">
              <a:ext uri="{FF2B5EF4-FFF2-40B4-BE49-F238E27FC236}">
                <a16:creationId xmlns:a16="http://schemas.microsoft.com/office/drawing/2014/main" id="{3A4F5599-58A5-4FF4-A1CE-AD763ACD115C}"/>
              </a:ext>
            </a:extLst>
          </p:cNvPr>
          <p:cNvSpPr>
            <a:spLocks xmlns:a="http://schemas.openxmlformats.org/drawingml/2006/main" noGrp="1"/>
          </p:cNvSpPr>
          <p:nvPr/>
        </p:nvSpPr>
        <p:spPr>
          <a:xfrm xmlns:a="http://schemas.openxmlformats.org/drawingml/2006/main">
            <a:off x="647700" y="5067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04</a:t>
            </a:r>
          </a:p>
        </p:txBody>
      </p:sp>
      <p:sp>
        <p:nvSpPr>
          <p:cNvPr id="14" name="point">
            <a:extLst xmlns:a="http://schemas.openxmlformats.org/drawingml/2006/main">
              <a:ext uri="{FF2B5EF4-FFF2-40B4-BE49-F238E27FC236}">
                <a16:creationId xmlns:a16="http://schemas.microsoft.com/office/drawing/2014/main" id="{DC6B1C9F-CA64-4E5A-9128-FBB250FCF77C}"/>
              </a:ext>
            </a:extLst>
          </p:cNvPr>
          <p:cNvSpPr>
            <a:spLocks xmlns:a="http://schemas.openxmlformats.org/drawingml/2006/main" noGrp="1"/>
          </p:cNvSpPr>
          <p:nvPr/>
        </p:nvSpPr>
        <p:spPr>
          <a:xfrm xmlns:a="http://schemas.openxmlformats.org/drawingml/2006/main">
            <a:off x="1381125" y="5057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0">
                <a:solidFill>
                  <a:srgbClr val="132C46"/>
                </a:solidFill>
                <a:latin typeface="Arial"/>
                <a:ea typeface="Arial"/>
                <a:cs typeface="Arial"/>
              </a:defRPr>
            </a:defPPr>
            <a:lvl1pPr algn="l">
              <a:defRPr sz="2100" b="0">
                <a:solidFill>
                  <a:srgbClr val="132C46"/>
                </a:solidFill>
                <a:latin typeface="Arial"/>
                <a:ea typeface="Arial"/>
                <a:cs typeface="Arial"/>
              </a:defRPr>
            </a:lvl1pPr>
            <a:lvl2pPr algn="l">
              <a:defRPr sz="2100" b="0">
                <a:solidFill>
                  <a:srgbClr val="132C46"/>
                </a:solidFill>
                <a:latin typeface="Arial"/>
                <a:ea typeface="Arial"/>
                <a:cs typeface="Arial"/>
              </a:defRPr>
            </a:lvl2pPr>
            <a:lvl3pPr algn="l">
              <a:defRPr sz="2100" b="0">
                <a:solidFill>
                  <a:srgbClr val="132C46"/>
                </a:solidFill>
                <a:latin typeface="Arial"/>
                <a:ea typeface="Arial"/>
                <a:cs typeface="Arial"/>
              </a:defRPr>
            </a:lvl3pPr>
            <a:lvl4pPr algn="l">
              <a:defRPr sz="2100" b="0">
                <a:solidFill>
                  <a:srgbClr val="132C46"/>
                </a:solidFill>
                <a:latin typeface="Arial"/>
                <a:ea typeface="Arial"/>
                <a:cs typeface="Arial"/>
              </a:defRPr>
            </a:lvl4pPr>
            <a:lvl5pPr algn="l">
              <a:defRPr sz="2100" b="0">
                <a:solidFill>
                  <a:srgbClr val="132C46"/>
                </a:solidFill>
                <a:latin typeface="Arial"/>
                <a:ea typeface="Arial"/>
                <a:cs typeface="Arial"/>
              </a:defRPr>
            </a:lvl5pPr>
            <a:lvl6pPr algn="l">
              <a:defRPr sz="2100" b="0">
                <a:solidFill>
                  <a:srgbClr val="132C46"/>
                </a:solidFill>
                <a:latin typeface="Arial"/>
                <a:ea typeface="Arial"/>
                <a:cs typeface="Arial"/>
              </a:defRPr>
            </a:lvl6pPr>
            <a:lvl7pPr algn="l">
              <a:defRPr sz="2100" b="0">
                <a:solidFill>
                  <a:srgbClr val="132C46"/>
                </a:solidFill>
                <a:latin typeface="Arial"/>
                <a:ea typeface="Arial"/>
                <a:cs typeface="Arial"/>
              </a:defRPr>
            </a:lvl7pPr>
            <a:lvl8pPr algn="l">
              <a:defRPr sz="2100" b="0">
                <a:solidFill>
                  <a:srgbClr val="132C46"/>
                </a:solidFill>
                <a:latin typeface="Arial"/>
                <a:ea typeface="Arial"/>
                <a:cs typeface="Arial"/>
              </a:defRPr>
            </a:lvl8pPr>
            <a:lvl9pPr algn="l">
              <a:defRPr sz="2100" b="0">
                <a:solidFill>
                  <a:srgbClr val="132C46"/>
                </a:solidFill>
                <a:latin typeface="Arial"/>
                <a:ea typeface="Arial"/>
                <a:cs typeface="Arial"/>
              </a:defRPr>
            </a:lvl9pPr>
          </a:lstStyle>
          <a:p xmlns:a="http://schemas.openxmlformats.org/drawingml/2006/main">
            <a:pPr algn="l">
              <a:defRPr sz="2100" b="0">
                <a:solidFill>
                  <a:srgbClr val="132C46"/>
                </a:solidFill>
                <a:latin typeface="Arial"/>
                <a:ea typeface="Arial"/>
                <a:cs typeface="Arial"/>
              </a:defRPr>
            </a:pPr>
            <a:r>
              <a:rPr sz="2100" b="0">
                <a:solidFill>
                  <a:srgbClr val="132C46"/>
                </a:solidFill>
                <a:latin typeface="Arial"/>
                <a:ea typeface="Arial"/>
                <a:cs typeface="Arial"/>
              </a:rPr>
              <a:t>All 18 links and detailed section notes are included in the PDF and editable source pack.</a:t>
            </a:r>
          </a:p>
        </p:txBody>
      </p:sp>
    </p:spTree>
    <p:extLst>
      <p:ext uri="{BB962C8B-B14F-4D97-AF65-F5344CB8AC3E}">
        <p14:creationId xmlns:p14="http://schemas.microsoft.com/office/powerpoint/2010/main" val="1456974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2026-10-26T12:57:39.0030000Z</dcterms:created>
  <dcterms:modified xsi:type="dcterms:W3CDTF">2026-10-26T12:57:39.0030000Z</dcterms:modified>
</coreProperties>
</file>